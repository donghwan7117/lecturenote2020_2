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8" r:id="rId5"/>
    <p:sldMasterId id="2147483685" r:id="rId6"/>
    <p:sldMasterId id="2147483703" r:id="rId7"/>
  </p:sldMasterIdLst>
  <p:notesMasterIdLst>
    <p:notesMasterId r:id="rId36"/>
  </p:notesMasterIdLst>
  <p:sldIdLst>
    <p:sldId id="4835" r:id="rId8"/>
    <p:sldId id="5097" r:id="rId9"/>
    <p:sldId id="5098" r:id="rId10"/>
    <p:sldId id="5078" r:id="rId11"/>
    <p:sldId id="5059" r:id="rId12"/>
    <p:sldId id="5074" r:id="rId13"/>
    <p:sldId id="5062" r:id="rId14"/>
    <p:sldId id="5060" r:id="rId15"/>
    <p:sldId id="5080" r:id="rId16"/>
    <p:sldId id="5081" r:id="rId17"/>
    <p:sldId id="5088" r:id="rId18"/>
    <p:sldId id="5082" r:id="rId19"/>
    <p:sldId id="5084" r:id="rId20"/>
    <p:sldId id="5061" r:id="rId21"/>
    <p:sldId id="5057" r:id="rId22"/>
    <p:sldId id="5071" r:id="rId23"/>
    <p:sldId id="5058" r:id="rId24"/>
    <p:sldId id="5063" r:id="rId25"/>
    <p:sldId id="5073" r:id="rId26"/>
    <p:sldId id="5067" r:id="rId27"/>
    <p:sldId id="5022" r:id="rId28"/>
    <p:sldId id="5069" r:id="rId29"/>
    <p:sldId id="5068" r:id="rId30"/>
    <p:sldId id="5089" r:id="rId31"/>
    <p:sldId id="5090" r:id="rId32"/>
    <p:sldId id="5091" r:id="rId33"/>
    <p:sldId id="5025" r:id="rId34"/>
    <p:sldId id="5096" r:id="rId35"/>
  </p:sldIdLst>
  <p:sldSz cx="9144000" cy="6858000" type="screen4x3"/>
  <p:notesSz cx="6797675" cy="99266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574" autoAdjust="0"/>
    <p:restoredTop sz="94660"/>
  </p:normalViewPr>
  <p:slideViewPr>
    <p:cSldViewPr>
      <p:cViewPr varScale="1">
        <p:scale>
          <a:sx n="71" d="100"/>
          <a:sy n="71" d="100"/>
        </p:scale>
        <p:origin x="1320" y="66"/>
      </p:cViewPr>
      <p:guideLst>
        <p:guide orient="horz" pos="2160"/>
        <p:guide pos="2880"/>
      </p:guideLst>
    </p:cSldViewPr>
  </p:slideViewPr>
  <p:notesTextViewPr>
    <p:cViewPr>
      <p:scale>
        <a:sx n="3" d="2"/>
        <a:sy n="3" d="2"/>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4.xml"/><Relationship Id="rId34" Type="http://schemas.openxmlformats.org/officeDocument/2006/relationships/slide" Target="slides/slide27.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notesMaster" Target="notesMasters/notesMaster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65C0A019-F2EC-4EF6-AF44-D10BE4C73419}" type="datetimeFigureOut">
              <a:rPr lang="ko-KR" altLang="en-US" smtClean="0"/>
              <a:t>2020-10-12</a:t>
            </a:fld>
            <a:endParaRPr lang="ko-KR" altLang="en-US"/>
          </a:p>
        </p:txBody>
      </p:sp>
      <p:sp>
        <p:nvSpPr>
          <p:cNvPr id="4" name="슬라이드 이미지 개체 틀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79450" y="4714875"/>
            <a:ext cx="5438775" cy="4467225"/>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28163"/>
            <a:ext cx="2946400" cy="4968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49688" y="9428163"/>
            <a:ext cx="2946400" cy="496887"/>
          </a:xfrm>
          <a:prstGeom prst="rect">
            <a:avLst/>
          </a:prstGeom>
        </p:spPr>
        <p:txBody>
          <a:bodyPr vert="horz" lIns="91440" tIns="45720" rIns="91440" bIns="45720" rtlCol="0" anchor="b"/>
          <a:lstStyle>
            <a:lvl1pPr algn="r">
              <a:defRPr sz="1200"/>
            </a:lvl1pPr>
          </a:lstStyle>
          <a:p>
            <a:fld id="{43547E82-C913-418C-AB55-0F61D424BDE7}" type="slidenum">
              <a:rPr lang="ko-KR" altLang="en-US" smtClean="0"/>
              <a:t>‹#›</a:t>
            </a:fld>
            <a:endParaRPr lang="ko-KR" altLang="en-US"/>
          </a:p>
        </p:txBody>
      </p:sp>
    </p:spTree>
    <p:extLst>
      <p:ext uri="{BB962C8B-B14F-4D97-AF65-F5344CB8AC3E}">
        <p14:creationId xmlns:p14="http://schemas.microsoft.com/office/powerpoint/2010/main" val="43413092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43547E82-C913-418C-AB55-0F61D424BDE7}" type="slidenum">
              <a:rPr lang="ko-KR" altLang="en-US" smtClean="0"/>
              <a:t>16</a:t>
            </a:fld>
            <a:endParaRPr lang="ko-KR" altLang="en-US"/>
          </a:p>
        </p:txBody>
      </p:sp>
    </p:spTree>
    <p:extLst>
      <p:ext uri="{BB962C8B-B14F-4D97-AF65-F5344CB8AC3E}">
        <p14:creationId xmlns:p14="http://schemas.microsoft.com/office/powerpoint/2010/main" val="1217090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43547E82-C913-418C-AB55-0F61D424BDE7}" type="slidenum">
              <a:rPr lang="ko-KR" altLang="en-US" smtClean="0"/>
              <a:t>18</a:t>
            </a:fld>
            <a:endParaRPr lang="ko-KR" altLang="en-US"/>
          </a:p>
        </p:txBody>
      </p:sp>
    </p:spTree>
    <p:extLst>
      <p:ext uri="{BB962C8B-B14F-4D97-AF65-F5344CB8AC3E}">
        <p14:creationId xmlns:p14="http://schemas.microsoft.com/office/powerpoint/2010/main" val="41436396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제목 슬라이드">
    <p:spTree>
      <p:nvGrpSpPr>
        <p:cNvPr id="1" name=""/>
        <p:cNvGrpSpPr/>
        <p:nvPr/>
      </p:nvGrpSpPr>
      <p:grpSpPr>
        <a:xfrm>
          <a:off x="0" y="0"/>
          <a:ext cx="0" cy="0"/>
          <a:chOff x="0" y="0"/>
          <a:chExt cx="0" cy="0"/>
        </a:xfrm>
      </p:grpSpPr>
      <p:sp>
        <p:nvSpPr>
          <p:cNvPr id="20483" name="Rectangle 3"/>
          <p:cNvSpPr>
            <a:spLocks noGrp="1" noChangeArrowheads="1"/>
          </p:cNvSpPr>
          <p:nvPr>
            <p:ph type="ctrTitle" sz="quarter"/>
          </p:nvPr>
        </p:nvSpPr>
        <p:spPr>
          <a:xfrm>
            <a:off x="2057400" y="1676400"/>
            <a:ext cx="6934200" cy="2116138"/>
          </a:xfrm>
        </p:spPr>
        <p:txBody>
          <a:bodyPr/>
          <a:lstStyle>
            <a:lvl1pPr>
              <a:defRPr sz="4000" b="0"/>
            </a:lvl1pPr>
          </a:lstStyle>
          <a:p>
            <a:pPr lvl="0"/>
            <a:r>
              <a:rPr lang="ko-KR" altLang="en-US" noProof="0"/>
              <a:t>마스터 제목 스타일 편집</a:t>
            </a:r>
          </a:p>
        </p:txBody>
      </p:sp>
      <p:sp>
        <p:nvSpPr>
          <p:cNvPr id="20484" name="Rectangle 4"/>
          <p:cNvSpPr>
            <a:spLocks noGrp="1" noChangeArrowheads="1"/>
          </p:cNvSpPr>
          <p:nvPr>
            <p:ph type="subTitle" sz="quarter" idx="1"/>
          </p:nvPr>
        </p:nvSpPr>
        <p:spPr>
          <a:xfrm>
            <a:off x="4572000" y="4267200"/>
            <a:ext cx="4267200" cy="1752600"/>
          </a:xfrm>
        </p:spPr>
        <p:txBody>
          <a:bodyPr/>
          <a:lstStyle>
            <a:lvl1pPr marL="0" indent="0" algn="ctr">
              <a:lnSpc>
                <a:spcPct val="130000"/>
              </a:lnSpc>
              <a:buFont typeface="Wingdings" pitchFamily="2" charset="2"/>
              <a:buNone/>
              <a:defRPr sz="2400">
                <a:latin typeface="서울헤드라인" pitchFamily="18" charset="-127"/>
                <a:ea typeface="서울헤드라인" pitchFamily="18" charset="-127"/>
              </a:defRPr>
            </a:lvl1pPr>
          </a:lstStyle>
          <a:p>
            <a:pPr lvl="0"/>
            <a:r>
              <a:rPr lang="ko-KR" altLang="en-US" noProof="0"/>
              <a:t>마스터 부제목 스타일 편집</a:t>
            </a:r>
          </a:p>
        </p:txBody>
      </p:sp>
    </p:spTree>
    <p:extLst>
      <p:ext uri="{BB962C8B-B14F-4D97-AF65-F5344CB8AC3E}">
        <p14:creationId xmlns:p14="http://schemas.microsoft.com/office/powerpoint/2010/main" val="328547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6"/>
          <p:cNvSpPr>
            <a:spLocks noGrp="1" noChangeArrowheads="1"/>
          </p:cNvSpPr>
          <p:nvPr>
            <p:ph type="ftr" sz="quarter" idx="10"/>
          </p:nvPr>
        </p:nvSpPr>
        <p:spPr>
          <a:ln/>
        </p:spPr>
        <p:txBody>
          <a:bodyPr/>
          <a:lstStyle>
            <a:lvl1pPr>
              <a:defRPr/>
            </a:lvl1pPr>
          </a:lstStyle>
          <a:p>
            <a:pPr>
              <a:defRPr/>
            </a:pPr>
            <a:r>
              <a:rPr lang="en-US" altLang="ko-KR">
                <a:solidFill>
                  <a:srgbClr val="000000"/>
                </a:solidFill>
              </a:rPr>
              <a:t>Voronoi Diagram Research Center</a:t>
            </a:r>
          </a:p>
        </p:txBody>
      </p:sp>
      <p:sp>
        <p:nvSpPr>
          <p:cNvPr id="5" name="Rectangle 7"/>
          <p:cNvSpPr>
            <a:spLocks noGrp="1" noChangeArrowheads="1"/>
          </p:cNvSpPr>
          <p:nvPr>
            <p:ph type="sldNum" sz="quarter" idx="11"/>
          </p:nvPr>
        </p:nvSpPr>
        <p:spPr>
          <a:ln/>
        </p:spPr>
        <p:txBody>
          <a:bodyPr/>
          <a:lstStyle>
            <a:lvl1pPr>
              <a:defRPr/>
            </a:lvl1pPr>
          </a:lstStyle>
          <a:p>
            <a:pPr>
              <a:defRPr/>
            </a:pPr>
            <a:fld id="{FC0A57D1-1275-4EE5-9948-2F1BD696AE8B}" type="slidenum">
              <a:rPr lang="ko-KR" altLang="en-US">
                <a:solidFill>
                  <a:srgbClr val="000000"/>
                </a:solidFill>
              </a:rPr>
              <a:pPr>
                <a:defRPr/>
              </a:pPr>
              <a:t>‹#›</a:t>
            </a:fld>
            <a:endParaRPr lang="en-US" altLang="ko-KR">
              <a:solidFill>
                <a:srgbClr val="000000"/>
              </a:solidFill>
            </a:endParaRPr>
          </a:p>
        </p:txBody>
      </p:sp>
    </p:spTree>
    <p:extLst>
      <p:ext uri="{BB962C8B-B14F-4D97-AF65-F5344CB8AC3E}">
        <p14:creationId xmlns:p14="http://schemas.microsoft.com/office/powerpoint/2010/main" val="38872949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a:t>마스터 텍스트 스타일을 편집합니다</a:t>
            </a:r>
          </a:p>
        </p:txBody>
      </p:sp>
      <p:sp>
        <p:nvSpPr>
          <p:cNvPr id="4" name="Rectangle 6"/>
          <p:cNvSpPr>
            <a:spLocks noGrp="1" noChangeArrowheads="1"/>
          </p:cNvSpPr>
          <p:nvPr>
            <p:ph type="ftr" sz="quarter" idx="10"/>
          </p:nvPr>
        </p:nvSpPr>
        <p:spPr>
          <a:ln/>
        </p:spPr>
        <p:txBody>
          <a:bodyPr/>
          <a:lstStyle>
            <a:lvl1pPr>
              <a:defRPr/>
            </a:lvl1pPr>
          </a:lstStyle>
          <a:p>
            <a:pPr>
              <a:defRPr/>
            </a:pPr>
            <a:r>
              <a:rPr lang="en-US" altLang="ko-KR">
                <a:solidFill>
                  <a:srgbClr val="000000"/>
                </a:solidFill>
              </a:rPr>
              <a:t>Voronoi Diagram Research Center</a:t>
            </a:r>
          </a:p>
        </p:txBody>
      </p:sp>
      <p:sp>
        <p:nvSpPr>
          <p:cNvPr id="5" name="Rectangle 7"/>
          <p:cNvSpPr>
            <a:spLocks noGrp="1" noChangeArrowheads="1"/>
          </p:cNvSpPr>
          <p:nvPr>
            <p:ph type="sldNum" sz="quarter" idx="11"/>
          </p:nvPr>
        </p:nvSpPr>
        <p:spPr>
          <a:ln/>
        </p:spPr>
        <p:txBody>
          <a:bodyPr/>
          <a:lstStyle>
            <a:lvl1pPr>
              <a:defRPr/>
            </a:lvl1pPr>
          </a:lstStyle>
          <a:p>
            <a:pPr>
              <a:defRPr/>
            </a:pPr>
            <a:fld id="{A50A765D-7012-4120-A533-952E7C54CB55}" type="slidenum">
              <a:rPr lang="ko-KR" altLang="en-US">
                <a:solidFill>
                  <a:srgbClr val="000000"/>
                </a:solidFill>
              </a:rPr>
              <a:pPr>
                <a:defRPr/>
              </a:pPr>
              <a:t>‹#›</a:t>
            </a:fld>
            <a:endParaRPr lang="en-US" altLang="ko-KR">
              <a:solidFill>
                <a:srgbClr val="000000"/>
              </a:solidFill>
            </a:endParaRPr>
          </a:p>
        </p:txBody>
      </p:sp>
    </p:spTree>
    <p:extLst>
      <p:ext uri="{BB962C8B-B14F-4D97-AF65-F5344CB8AC3E}">
        <p14:creationId xmlns:p14="http://schemas.microsoft.com/office/powerpoint/2010/main" val="12809163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495300" y="1447800"/>
            <a:ext cx="40005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648200" y="1447800"/>
            <a:ext cx="40005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Rectangle 6"/>
          <p:cNvSpPr>
            <a:spLocks noGrp="1" noChangeArrowheads="1"/>
          </p:cNvSpPr>
          <p:nvPr>
            <p:ph type="ftr" sz="quarter" idx="10"/>
          </p:nvPr>
        </p:nvSpPr>
        <p:spPr>
          <a:ln/>
        </p:spPr>
        <p:txBody>
          <a:bodyPr/>
          <a:lstStyle>
            <a:lvl1pPr>
              <a:defRPr/>
            </a:lvl1pPr>
          </a:lstStyle>
          <a:p>
            <a:pPr>
              <a:defRPr/>
            </a:pPr>
            <a:r>
              <a:rPr lang="en-US" altLang="ko-KR">
                <a:solidFill>
                  <a:srgbClr val="000000"/>
                </a:solidFill>
              </a:rPr>
              <a:t>Voronoi Diagram Research Center</a:t>
            </a:r>
          </a:p>
        </p:txBody>
      </p:sp>
      <p:sp>
        <p:nvSpPr>
          <p:cNvPr id="6" name="Rectangle 7"/>
          <p:cNvSpPr>
            <a:spLocks noGrp="1" noChangeArrowheads="1"/>
          </p:cNvSpPr>
          <p:nvPr>
            <p:ph type="sldNum" sz="quarter" idx="11"/>
          </p:nvPr>
        </p:nvSpPr>
        <p:spPr>
          <a:ln/>
        </p:spPr>
        <p:txBody>
          <a:bodyPr/>
          <a:lstStyle>
            <a:lvl1pPr>
              <a:defRPr/>
            </a:lvl1pPr>
          </a:lstStyle>
          <a:p>
            <a:pPr>
              <a:defRPr/>
            </a:pPr>
            <a:fld id="{C7E11602-C43E-420A-A171-F3F4903F0D93}" type="slidenum">
              <a:rPr lang="ko-KR" altLang="en-US">
                <a:solidFill>
                  <a:srgbClr val="000000"/>
                </a:solidFill>
              </a:rPr>
              <a:pPr>
                <a:defRPr/>
              </a:pPr>
              <a:t>‹#›</a:t>
            </a:fld>
            <a:endParaRPr lang="en-US" altLang="ko-KR">
              <a:solidFill>
                <a:srgbClr val="000000"/>
              </a:solidFill>
            </a:endParaRPr>
          </a:p>
        </p:txBody>
      </p:sp>
    </p:spTree>
    <p:extLst>
      <p:ext uri="{BB962C8B-B14F-4D97-AF65-F5344CB8AC3E}">
        <p14:creationId xmlns:p14="http://schemas.microsoft.com/office/powerpoint/2010/main" val="3522684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Rectangle 6"/>
          <p:cNvSpPr>
            <a:spLocks noGrp="1" noChangeArrowheads="1"/>
          </p:cNvSpPr>
          <p:nvPr>
            <p:ph type="ftr" sz="quarter" idx="10"/>
          </p:nvPr>
        </p:nvSpPr>
        <p:spPr>
          <a:ln/>
        </p:spPr>
        <p:txBody>
          <a:bodyPr/>
          <a:lstStyle>
            <a:lvl1pPr>
              <a:defRPr/>
            </a:lvl1pPr>
          </a:lstStyle>
          <a:p>
            <a:pPr>
              <a:defRPr/>
            </a:pPr>
            <a:r>
              <a:rPr lang="en-US" altLang="ko-KR">
                <a:solidFill>
                  <a:srgbClr val="000000"/>
                </a:solidFill>
              </a:rPr>
              <a:t>Voronoi Diagram Research Center</a:t>
            </a:r>
          </a:p>
        </p:txBody>
      </p:sp>
      <p:sp>
        <p:nvSpPr>
          <p:cNvPr id="8" name="Rectangle 7"/>
          <p:cNvSpPr>
            <a:spLocks noGrp="1" noChangeArrowheads="1"/>
          </p:cNvSpPr>
          <p:nvPr>
            <p:ph type="sldNum" sz="quarter" idx="11"/>
          </p:nvPr>
        </p:nvSpPr>
        <p:spPr>
          <a:ln/>
        </p:spPr>
        <p:txBody>
          <a:bodyPr/>
          <a:lstStyle>
            <a:lvl1pPr>
              <a:defRPr/>
            </a:lvl1pPr>
          </a:lstStyle>
          <a:p>
            <a:pPr>
              <a:defRPr/>
            </a:pPr>
            <a:fld id="{D3CAB015-CA35-4068-B68F-7F42AEACDB83}" type="slidenum">
              <a:rPr lang="ko-KR" altLang="en-US">
                <a:solidFill>
                  <a:srgbClr val="000000"/>
                </a:solidFill>
              </a:rPr>
              <a:pPr>
                <a:defRPr/>
              </a:pPr>
              <a:t>‹#›</a:t>
            </a:fld>
            <a:endParaRPr lang="en-US" altLang="ko-KR">
              <a:solidFill>
                <a:srgbClr val="000000"/>
              </a:solidFill>
            </a:endParaRPr>
          </a:p>
        </p:txBody>
      </p:sp>
    </p:spTree>
    <p:extLst>
      <p:ext uri="{BB962C8B-B14F-4D97-AF65-F5344CB8AC3E}">
        <p14:creationId xmlns:p14="http://schemas.microsoft.com/office/powerpoint/2010/main" val="3543011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Rectangle 6"/>
          <p:cNvSpPr>
            <a:spLocks noGrp="1" noChangeArrowheads="1"/>
          </p:cNvSpPr>
          <p:nvPr>
            <p:ph type="ftr" sz="quarter" idx="10"/>
          </p:nvPr>
        </p:nvSpPr>
        <p:spPr>
          <a:ln/>
        </p:spPr>
        <p:txBody>
          <a:bodyPr/>
          <a:lstStyle>
            <a:lvl1pPr>
              <a:defRPr/>
            </a:lvl1pPr>
          </a:lstStyle>
          <a:p>
            <a:pPr>
              <a:defRPr/>
            </a:pPr>
            <a:r>
              <a:rPr lang="en-US" altLang="ko-KR">
                <a:solidFill>
                  <a:srgbClr val="000000"/>
                </a:solidFill>
              </a:rPr>
              <a:t>Voronoi Diagram Research Center</a:t>
            </a:r>
          </a:p>
        </p:txBody>
      </p:sp>
      <p:sp>
        <p:nvSpPr>
          <p:cNvPr id="4" name="Rectangle 7"/>
          <p:cNvSpPr>
            <a:spLocks noGrp="1" noChangeArrowheads="1"/>
          </p:cNvSpPr>
          <p:nvPr>
            <p:ph type="sldNum" sz="quarter" idx="11"/>
          </p:nvPr>
        </p:nvSpPr>
        <p:spPr>
          <a:ln/>
        </p:spPr>
        <p:txBody>
          <a:bodyPr/>
          <a:lstStyle>
            <a:lvl1pPr>
              <a:defRPr/>
            </a:lvl1pPr>
          </a:lstStyle>
          <a:p>
            <a:pPr>
              <a:defRPr/>
            </a:pPr>
            <a:fld id="{3790840C-5A77-4E88-9735-EACF71C625FB}" type="slidenum">
              <a:rPr lang="ko-KR" altLang="en-US">
                <a:solidFill>
                  <a:srgbClr val="000000"/>
                </a:solidFill>
              </a:rPr>
              <a:pPr>
                <a:defRPr/>
              </a:pPr>
              <a:t>‹#›</a:t>
            </a:fld>
            <a:endParaRPr lang="en-US" altLang="ko-KR">
              <a:solidFill>
                <a:srgbClr val="000000"/>
              </a:solidFill>
            </a:endParaRPr>
          </a:p>
        </p:txBody>
      </p:sp>
    </p:spTree>
    <p:extLst>
      <p:ext uri="{BB962C8B-B14F-4D97-AF65-F5344CB8AC3E}">
        <p14:creationId xmlns:p14="http://schemas.microsoft.com/office/powerpoint/2010/main" val="2823167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6"/>
          <p:cNvSpPr>
            <a:spLocks noGrp="1" noChangeArrowheads="1"/>
          </p:cNvSpPr>
          <p:nvPr>
            <p:ph type="ftr" sz="quarter" idx="10"/>
          </p:nvPr>
        </p:nvSpPr>
        <p:spPr>
          <a:ln/>
        </p:spPr>
        <p:txBody>
          <a:bodyPr/>
          <a:lstStyle>
            <a:lvl1pPr>
              <a:defRPr/>
            </a:lvl1pPr>
          </a:lstStyle>
          <a:p>
            <a:pPr>
              <a:defRPr/>
            </a:pPr>
            <a:r>
              <a:rPr lang="en-US" altLang="ko-KR">
                <a:solidFill>
                  <a:srgbClr val="000000"/>
                </a:solidFill>
              </a:rPr>
              <a:t>Voronoi Diagram Research Center</a:t>
            </a:r>
          </a:p>
        </p:txBody>
      </p:sp>
      <p:sp>
        <p:nvSpPr>
          <p:cNvPr id="3" name="Rectangle 7"/>
          <p:cNvSpPr>
            <a:spLocks noGrp="1" noChangeArrowheads="1"/>
          </p:cNvSpPr>
          <p:nvPr>
            <p:ph type="sldNum" sz="quarter" idx="11"/>
          </p:nvPr>
        </p:nvSpPr>
        <p:spPr>
          <a:ln/>
        </p:spPr>
        <p:txBody>
          <a:bodyPr/>
          <a:lstStyle>
            <a:lvl1pPr>
              <a:defRPr/>
            </a:lvl1pPr>
          </a:lstStyle>
          <a:p>
            <a:pPr>
              <a:defRPr/>
            </a:pPr>
            <a:fld id="{BBED68B7-AE7C-477B-9A32-70C60AF06C60}" type="slidenum">
              <a:rPr lang="ko-KR" altLang="en-US">
                <a:solidFill>
                  <a:srgbClr val="000000"/>
                </a:solidFill>
              </a:rPr>
              <a:pPr>
                <a:defRPr/>
              </a:pPr>
              <a:t>‹#›</a:t>
            </a:fld>
            <a:endParaRPr lang="en-US" altLang="ko-KR">
              <a:solidFill>
                <a:srgbClr val="000000"/>
              </a:solidFill>
            </a:endParaRPr>
          </a:p>
        </p:txBody>
      </p:sp>
    </p:spTree>
    <p:extLst>
      <p:ext uri="{BB962C8B-B14F-4D97-AF65-F5344CB8AC3E}">
        <p14:creationId xmlns:p14="http://schemas.microsoft.com/office/powerpoint/2010/main" val="542012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6"/>
          <p:cNvSpPr>
            <a:spLocks noGrp="1" noChangeArrowheads="1"/>
          </p:cNvSpPr>
          <p:nvPr>
            <p:ph type="ftr" sz="quarter" idx="10"/>
          </p:nvPr>
        </p:nvSpPr>
        <p:spPr>
          <a:ln/>
        </p:spPr>
        <p:txBody>
          <a:bodyPr/>
          <a:lstStyle>
            <a:lvl1pPr>
              <a:defRPr/>
            </a:lvl1pPr>
          </a:lstStyle>
          <a:p>
            <a:pPr>
              <a:defRPr/>
            </a:pPr>
            <a:r>
              <a:rPr lang="en-US" altLang="ko-KR">
                <a:solidFill>
                  <a:srgbClr val="000000"/>
                </a:solidFill>
              </a:rPr>
              <a:t>Voronoi Diagram Research Center</a:t>
            </a:r>
          </a:p>
        </p:txBody>
      </p:sp>
      <p:sp>
        <p:nvSpPr>
          <p:cNvPr id="6" name="Rectangle 7"/>
          <p:cNvSpPr>
            <a:spLocks noGrp="1" noChangeArrowheads="1"/>
          </p:cNvSpPr>
          <p:nvPr>
            <p:ph type="sldNum" sz="quarter" idx="11"/>
          </p:nvPr>
        </p:nvSpPr>
        <p:spPr>
          <a:ln/>
        </p:spPr>
        <p:txBody>
          <a:bodyPr/>
          <a:lstStyle>
            <a:lvl1pPr>
              <a:defRPr/>
            </a:lvl1pPr>
          </a:lstStyle>
          <a:p>
            <a:pPr>
              <a:defRPr/>
            </a:pPr>
            <a:fld id="{1D547EAB-E2DC-497E-9F5C-EBFD79470A40}" type="slidenum">
              <a:rPr lang="ko-KR" altLang="en-US">
                <a:solidFill>
                  <a:srgbClr val="000000"/>
                </a:solidFill>
              </a:rPr>
              <a:pPr>
                <a:defRPr/>
              </a:pPr>
              <a:t>‹#›</a:t>
            </a:fld>
            <a:endParaRPr lang="en-US" altLang="ko-KR">
              <a:solidFill>
                <a:srgbClr val="000000"/>
              </a:solidFill>
            </a:endParaRPr>
          </a:p>
        </p:txBody>
      </p:sp>
    </p:spTree>
    <p:extLst>
      <p:ext uri="{BB962C8B-B14F-4D97-AF65-F5344CB8AC3E}">
        <p14:creationId xmlns:p14="http://schemas.microsoft.com/office/powerpoint/2010/main" val="17018912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6"/>
          <p:cNvSpPr>
            <a:spLocks noGrp="1" noChangeArrowheads="1"/>
          </p:cNvSpPr>
          <p:nvPr>
            <p:ph type="ftr" sz="quarter" idx="10"/>
          </p:nvPr>
        </p:nvSpPr>
        <p:spPr>
          <a:ln/>
        </p:spPr>
        <p:txBody>
          <a:bodyPr/>
          <a:lstStyle>
            <a:lvl1pPr>
              <a:defRPr/>
            </a:lvl1pPr>
          </a:lstStyle>
          <a:p>
            <a:pPr>
              <a:defRPr/>
            </a:pPr>
            <a:r>
              <a:rPr lang="en-US" altLang="ko-KR">
                <a:solidFill>
                  <a:srgbClr val="000000"/>
                </a:solidFill>
              </a:rPr>
              <a:t>Voronoi Diagram Research Center</a:t>
            </a:r>
          </a:p>
        </p:txBody>
      </p:sp>
      <p:sp>
        <p:nvSpPr>
          <p:cNvPr id="6" name="Rectangle 7"/>
          <p:cNvSpPr>
            <a:spLocks noGrp="1" noChangeArrowheads="1"/>
          </p:cNvSpPr>
          <p:nvPr>
            <p:ph type="sldNum" sz="quarter" idx="11"/>
          </p:nvPr>
        </p:nvSpPr>
        <p:spPr>
          <a:ln/>
        </p:spPr>
        <p:txBody>
          <a:bodyPr/>
          <a:lstStyle>
            <a:lvl1pPr>
              <a:defRPr/>
            </a:lvl1pPr>
          </a:lstStyle>
          <a:p>
            <a:pPr>
              <a:defRPr/>
            </a:pPr>
            <a:fld id="{6224456B-AEC9-458E-9CFF-F2CB7C6E36C7}" type="slidenum">
              <a:rPr lang="ko-KR" altLang="en-US">
                <a:solidFill>
                  <a:srgbClr val="000000"/>
                </a:solidFill>
              </a:rPr>
              <a:pPr>
                <a:defRPr/>
              </a:pPr>
              <a:t>‹#›</a:t>
            </a:fld>
            <a:endParaRPr lang="en-US" altLang="ko-KR">
              <a:solidFill>
                <a:srgbClr val="000000"/>
              </a:solidFill>
            </a:endParaRPr>
          </a:p>
        </p:txBody>
      </p:sp>
    </p:spTree>
    <p:extLst>
      <p:ext uri="{BB962C8B-B14F-4D97-AF65-F5344CB8AC3E}">
        <p14:creationId xmlns:p14="http://schemas.microsoft.com/office/powerpoint/2010/main" val="40614352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6"/>
          <p:cNvSpPr>
            <a:spLocks noGrp="1" noChangeArrowheads="1"/>
          </p:cNvSpPr>
          <p:nvPr>
            <p:ph type="ftr" sz="quarter" idx="10"/>
          </p:nvPr>
        </p:nvSpPr>
        <p:spPr>
          <a:ln/>
        </p:spPr>
        <p:txBody>
          <a:bodyPr/>
          <a:lstStyle>
            <a:lvl1pPr>
              <a:defRPr/>
            </a:lvl1pPr>
          </a:lstStyle>
          <a:p>
            <a:pPr>
              <a:defRPr/>
            </a:pPr>
            <a:r>
              <a:rPr lang="en-US" altLang="ko-KR">
                <a:solidFill>
                  <a:srgbClr val="000000"/>
                </a:solidFill>
              </a:rPr>
              <a:t>Voronoi Diagram Research Center</a:t>
            </a:r>
          </a:p>
        </p:txBody>
      </p:sp>
      <p:sp>
        <p:nvSpPr>
          <p:cNvPr id="5" name="Rectangle 7"/>
          <p:cNvSpPr>
            <a:spLocks noGrp="1" noChangeArrowheads="1"/>
          </p:cNvSpPr>
          <p:nvPr>
            <p:ph type="sldNum" sz="quarter" idx="11"/>
          </p:nvPr>
        </p:nvSpPr>
        <p:spPr>
          <a:ln/>
        </p:spPr>
        <p:txBody>
          <a:bodyPr/>
          <a:lstStyle>
            <a:lvl1pPr>
              <a:defRPr/>
            </a:lvl1pPr>
          </a:lstStyle>
          <a:p>
            <a:pPr>
              <a:defRPr/>
            </a:pPr>
            <a:fld id="{33917ABA-970F-4F1A-9D59-2B8A880E6468}" type="slidenum">
              <a:rPr lang="ko-KR" altLang="en-US">
                <a:solidFill>
                  <a:srgbClr val="000000"/>
                </a:solidFill>
              </a:rPr>
              <a:pPr>
                <a:defRPr/>
              </a:pPr>
              <a:t>‹#›</a:t>
            </a:fld>
            <a:endParaRPr lang="en-US" altLang="ko-KR">
              <a:solidFill>
                <a:srgbClr val="000000"/>
              </a:solidFill>
            </a:endParaRPr>
          </a:p>
        </p:txBody>
      </p:sp>
    </p:spTree>
    <p:extLst>
      <p:ext uri="{BB962C8B-B14F-4D97-AF65-F5344CB8AC3E}">
        <p14:creationId xmlns:p14="http://schemas.microsoft.com/office/powerpoint/2010/main" val="25843104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10350" y="404813"/>
            <a:ext cx="2038350" cy="5767387"/>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495300" y="404813"/>
            <a:ext cx="5962650" cy="5767387"/>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6"/>
          <p:cNvSpPr>
            <a:spLocks noGrp="1" noChangeArrowheads="1"/>
          </p:cNvSpPr>
          <p:nvPr>
            <p:ph type="ftr" sz="quarter" idx="10"/>
          </p:nvPr>
        </p:nvSpPr>
        <p:spPr>
          <a:ln/>
        </p:spPr>
        <p:txBody>
          <a:bodyPr/>
          <a:lstStyle>
            <a:lvl1pPr>
              <a:defRPr/>
            </a:lvl1pPr>
          </a:lstStyle>
          <a:p>
            <a:pPr>
              <a:defRPr/>
            </a:pPr>
            <a:r>
              <a:rPr lang="en-US" altLang="ko-KR">
                <a:solidFill>
                  <a:srgbClr val="000000"/>
                </a:solidFill>
              </a:rPr>
              <a:t>Voronoi Diagram Research Center</a:t>
            </a:r>
          </a:p>
        </p:txBody>
      </p:sp>
      <p:sp>
        <p:nvSpPr>
          <p:cNvPr id="5" name="Rectangle 7"/>
          <p:cNvSpPr>
            <a:spLocks noGrp="1" noChangeArrowheads="1"/>
          </p:cNvSpPr>
          <p:nvPr>
            <p:ph type="sldNum" sz="quarter" idx="11"/>
          </p:nvPr>
        </p:nvSpPr>
        <p:spPr>
          <a:ln/>
        </p:spPr>
        <p:txBody>
          <a:bodyPr/>
          <a:lstStyle>
            <a:lvl1pPr>
              <a:defRPr/>
            </a:lvl1pPr>
          </a:lstStyle>
          <a:p>
            <a:pPr>
              <a:defRPr/>
            </a:pPr>
            <a:fld id="{2D001CA4-DA54-428E-A232-6BEDE29158C7}" type="slidenum">
              <a:rPr lang="ko-KR" altLang="en-US">
                <a:solidFill>
                  <a:srgbClr val="000000"/>
                </a:solidFill>
              </a:rPr>
              <a:pPr>
                <a:defRPr/>
              </a:pPr>
              <a:t>‹#›</a:t>
            </a:fld>
            <a:endParaRPr lang="en-US" altLang="ko-KR">
              <a:solidFill>
                <a:srgbClr val="000000"/>
              </a:solidFill>
            </a:endParaRPr>
          </a:p>
        </p:txBody>
      </p:sp>
    </p:spTree>
    <p:extLst>
      <p:ext uri="{BB962C8B-B14F-4D97-AF65-F5344CB8AC3E}">
        <p14:creationId xmlns:p14="http://schemas.microsoft.com/office/powerpoint/2010/main" val="30133468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제목, 텍스트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914400" y="404813"/>
            <a:ext cx="7315200" cy="685800"/>
          </a:xfrm>
        </p:spPr>
        <p:txBody>
          <a:bodyPr/>
          <a:lstStyle/>
          <a:p>
            <a:r>
              <a:rPr lang="ko-KR" altLang="en-US"/>
              <a:t>마스터 제목 스타일 편집</a:t>
            </a:r>
          </a:p>
        </p:txBody>
      </p:sp>
      <p:sp>
        <p:nvSpPr>
          <p:cNvPr id="3" name="텍스트 개체 틀 2"/>
          <p:cNvSpPr>
            <a:spLocks noGrp="1"/>
          </p:cNvSpPr>
          <p:nvPr>
            <p:ph type="body" sz="half" idx="1"/>
          </p:nvPr>
        </p:nvSpPr>
        <p:spPr>
          <a:xfrm>
            <a:off x="495300" y="1447800"/>
            <a:ext cx="4000500" cy="47244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648200" y="1447800"/>
            <a:ext cx="4000500" cy="47244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Rectangle 6"/>
          <p:cNvSpPr>
            <a:spLocks noGrp="1" noChangeArrowheads="1"/>
          </p:cNvSpPr>
          <p:nvPr>
            <p:ph type="ftr" sz="quarter" idx="10"/>
          </p:nvPr>
        </p:nvSpPr>
        <p:spPr>
          <a:ln/>
        </p:spPr>
        <p:txBody>
          <a:bodyPr/>
          <a:lstStyle>
            <a:lvl1pPr>
              <a:defRPr/>
            </a:lvl1pPr>
          </a:lstStyle>
          <a:p>
            <a:pPr>
              <a:defRPr/>
            </a:pPr>
            <a:r>
              <a:rPr lang="en-US" altLang="ko-KR">
                <a:solidFill>
                  <a:srgbClr val="000000"/>
                </a:solidFill>
              </a:rPr>
              <a:t>Voronoi Diagram Research Center</a:t>
            </a:r>
          </a:p>
        </p:txBody>
      </p:sp>
      <p:sp>
        <p:nvSpPr>
          <p:cNvPr id="6" name="Rectangle 7"/>
          <p:cNvSpPr>
            <a:spLocks noGrp="1" noChangeArrowheads="1"/>
          </p:cNvSpPr>
          <p:nvPr>
            <p:ph type="sldNum" sz="quarter" idx="11"/>
          </p:nvPr>
        </p:nvSpPr>
        <p:spPr>
          <a:ln/>
        </p:spPr>
        <p:txBody>
          <a:bodyPr/>
          <a:lstStyle>
            <a:lvl1pPr>
              <a:defRPr/>
            </a:lvl1pPr>
          </a:lstStyle>
          <a:p>
            <a:pPr>
              <a:defRPr/>
            </a:pPr>
            <a:fld id="{1B912912-A251-4A88-AC33-1513CAAB0D49}" type="slidenum">
              <a:rPr lang="ko-KR" altLang="en-US">
                <a:solidFill>
                  <a:srgbClr val="000000"/>
                </a:solidFill>
              </a:rPr>
              <a:pPr>
                <a:defRPr/>
              </a:pPr>
              <a:t>‹#›</a:t>
            </a:fld>
            <a:endParaRPr lang="en-US" altLang="ko-KR">
              <a:solidFill>
                <a:srgbClr val="000000"/>
              </a:solidFill>
            </a:endParaRPr>
          </a:p>
        </p:txBody>
      </p:sp>
    </p:spTree>
    <p:extLst>
      <p:ext uri="{BB962C8B-B14F-4D97-AF65-F5344CB8AC3E}">
        <p14:creationId xmlns:p14="http://schemas.microsoft.com/office/powerpoint/2010/main" val="37165200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제목 및 내용 4개">
    <p:spTree>
      <p:nvGrpSpPr>
        <p:cNvPr id="1" name=""/>
        <p:cNvGrpSpPr/>
        <p:nvPr/>
      </p:nvGrpSpPr>
      <p:grpSpPr>
        <a:xfrm>
          <a:off x="0" y="0"/>
          <a:ext cx="0" cy="0"/>
          <a:chOff x="0" y="0"/>
          <a:chExt cx="0" cy="0"/>
        </a:xfrm>
      </p:grpSpPr>
      <p:sp>
        <p:nvSpPr>
          <p:cNvPr id="2" name="제목 1"/>
          <p:cNvSpPr>
            <a:spLocks noGrp="1"/>
          </p:cNvSpPr>
          <p:nvPr>
            <p:ph type="title" sz="quarter"/>
          </p:nvPr>
        </p:nvSpPr>
        <p:spPr>
          <a:xfrm>
            <a:off x="914400" y="404813"/>
            <a:ext cx="7315200" cy="685800"/>
          </a:xfrm>
        </p:spPr>
        <p:txBody>
          <a:bodyPr/>
          <a:lstStyle/>
          <a:p>
            <a:r>
              <a:rPr lang="ko-KR" altLang="en-US"/>
              <a:t>마스터 제목 스타일 편집</a:t>
            </a:r>
          </a:p>
        </p:txBody>
      </p:sp>
      <p:sp>
        <p:nvSpPr>
          <p:cNvPr id="3" name="내용 개체 틀 2"/>
          <p:cNvSpPr>
            <a:spLocks noGrp="1"/>
          </p:cNvSpPr>
          <p:nvPr>
            <p:ph sz="quarter" idx="1"/>
          </p:nvPr>
        </p:nvSpPr>
        <p:spPr>
          <a:xfrm>
            <a:off x="495300" y="1447800"/>
            <a:ext cx="4000500" cy="228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quarter" idx="2"/>
          </p:nvPr>
        </p:nvSpPr>
        <p:spPr>
          <a:xfrm>
            <a:off x="4648200" y="1447800"/>
            <a:ext cx="4000500" cy="228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내용 개체 틀 4"/>
          <p:cNvSpPr>
            <a:spLocks noGrp="1"/>
          </p:cNvSpPr>
          <p:nvPr>
            <p:ph sz="quarter" idx="3"/>
          </p:nvPr>
        </p:nvSpPr>
        <p:spPr>
          <a:xfrm>
            <a:off x="495300" y="3886200"/>
            <a:ext cx="4000500" cy="228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내용 개체 틀 5"/>
          <p:cNvSpPr>
            <a:spLocks noGrp="1"/>
          </p:cNvSpPr>
          <p:nvPr>
            <p:ph sz="quarter" idx="4"/>
          </p:nvPr>
        </p:nvSpPr>
        <p:spPr>
          <a:xfrm>
            <a:off x="4648200" y="3886200"/>
            <a:ext cx="4000500" cy="228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Rectangle 6"/>
          <p:cNvSpPr>
            <a:spLocks noGrp="1" noChangeArrowheads="1"/>
          </p:cNvSpPr>
          <p:nvPr>
            <p:ph type="ftr" sz="quarter" idx="10"/>
          </p:nvPr>
        </p:nvSpPr>
        <p:spPr>
          <a:ln/>
        </p:spPr>
        <p:txBody>
          <a:bodyPr/>
          <a:lstStyle>
            <a:lvl1pPr>
              <a:defRPr/>
            </a:lvl1pPr>
          </a:lstStyle>
          <a:p>
            <a:pPr>
              <a:defRPr/>
            </a:pPr>
            <a:r>
              <a:rPr lang="en-US" altLang="ko-KR">
                <a:solidFill>
                  <a:srgbClr val="000000"/>
                </a:solidFill>
              </a:rPr>
              <a:t>Voronoi Diagram Research Center</a:t>
            </a:r>
          </a:p>
        </p:txBody>
      </p:sp>
      <p:sp>
        <p:nvSpPr>
          <p:cNvPr id="8" name="Rectangle 7"/>
          <p:cNvSpPr>
            <a:spLocks noGrp="1" noChangeArrowheads="1"/>
          </p:cNvSpPr>
          <p:nvPr>
            <p:ph type="sldNum" sz="quarter" idx="11"/>
          </p:nvPr>
        </p:nvSpPr>
        <p:spPr>
          <a:ln/>
        </p:spPr>
        <p:txBody>
          <a:bodyPr/>
          <a:lstStyle>
            <a:lvl1pPr>
              <a:defRPr/>
            </a:lvl1pPr>
          </a:lstStyle>
          <a:p>
            <a:pPr>
              <a:defRPr/>
            </a:pPr>
            <a:fld id="{055E3CE0-2340-4CD2-85F7-32CC09831614}" type="slidenum">
              <a:rPr lang="ko-KR" altLang="en-US">
                <a:solidFill>
                  <a:srgbClr val="000000"/>
                </a:solidFill>
              </a:rPr>
              <a:pPr>
                <a:defRPr/>
              </a:pPr>
              <a:t>‹#›</a:t>
            </a:fld>
            <a:endParaRPr lang="en-US" altLang="ko-KR">
              <a:solidFill>
                <a:srgbClr val="000000"/>
              </a:solidFill>
            </a:endParaRPr>
          </a:p>
        </p:txBody>
      </p:sp>
    </p:spTree>
    <p:extLst>
      <p:ext uri="{BB962C8B-B14F-4D97-AF65-F5344CB8AC3E}">
        <p14:creationId xmlns:p14="http://schemas.microsoft.com/office/powerpoint/2010/main" val="22941800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제목, 내용 및 내용 2개">
    <p:spTree>
      <p:nvGrpSpPr>
        <p:cNvPr id="1" name=""/>
        <p:cNvGrpSpPr/>
        <p:nvPr/>
      </p:nvGrpSpPr>
      <p:grpSpPr>
        <a:xfrm>
          <a:off x="0" y="0"/>
          <a:ext cx="0" cy="0"/>
          <a:chOff x="0" y="0"/>
          <a:chExt cx="0" cy="0"/>
        </a:xfrm>
      </p:grpSpPr>
      <p:sp>
        <p:nvSpPr>
          <p:cNvPr id="2" name="제목 1"/>
          <p:cNvSpPr>
            <a:spLocks noGrp="1"/>
          </p:cNvSpPr>
          <p:nvPr>
            <p:ph type="title"/>
          </p:nvPr>
        </p:nvSpPr>
        <p:spPr>
          <a:xfrm>
            <a:off x="914400" y="404813"/>
            <a:ext cx="7315200" cy="685800"/>
          </a:xfrm>
        </p:spPr>
        <p:txBody>
          <a:bodyPr/>
          <a:lstStyle/>
          <a:p>
            <a:r>
              <a:rPr lang="ko-KR" altLang="en-US"/>
              <a:t>마스터 제목 스타일 편집</a:t>
            </a:r>
          </a:p>
        </p:txBody>
      </p:sp>
      <p:sp>
        <p:nvSpPr>
          <p:cNvPr id="3" name="내용 개체 틀 2"/>
          <p:cNvSpPr>
            <a:spLocks noGrp="1"/>
          </p:cNvSpPr>
          <p:nvPr>
            <p:ph sz="half" idx="1"/>
          </p:nvPr>
        </p:nvSpPr>
        <p:spPr>
          <a:xfrm>
            <a:off x="495300" y="1447800"/>
            <a:ext cx="4000500" cy="47244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quarter" idx="2"/>
          </p:nvPr>
        </p:nvSpPr>
        <p:spPr>
          <a:xfrm>
            <a:off x="4648200" y="1447800"/>
            <a:ext cx="4000500" cy="228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내용 개체 틀 4"/>
          <p:cNvSpPr>
            <a:spLocks noGrp="1"/>
          </p:cNvSpPr>
          <p:nvPr>
            <p:ph sz="quarter" idx="3"/>
          </p:nvPr>
        </p:nvSpPr>
        <p:spPr>
          <a:xfrm>
            <a:off x="4648200" y="3886200"/>
            <a:ext cx="4000500" cy="228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Rectangle 6"/>
          <p:cNvSpPr>
            <a:spLocks noGrp="1" noChangeArrowheads="1"/>
          </p:cNvSpPr>
          <p:nvPr>
            <p:ph type="ftr" sz="quarter" idx="10"/>
          </p:nvPr>
        </p:nvSpPr>
        <p:spPr>
          <a:ln/>
        </p:spPr>
        <p:txBody>
          <a:bodyPr/>
          <a:lstStyle>
            <a:lvl1pPr>
              <a:defRPr/>
            </a:lvl1pPr>
          </a:lstStyle>
          <a:p>
            <a:pPr>
              <a:defRPr/>
            </a:pPr>
            <a:r>
              <a:rPr lang="en-US" altLang="ko-KR">
                <a:solidFill>
                  <a:srgbClr val="000000"/>
                </a:solidFill>
              </a:rPr>
              <a:t>Voronoi Diagram Research Center</a:t>
            </a:r>
          </a:p>
        </p:txBody>
      </p:sp>
      <p:sp>
        <p:nvSpPr>
          <p:cNvPr id="7" name="Rectangle 7"/>
          <p:cNvSpPr>
            <a:spLocks noGrp="1" noChangeArrowheads="1"/>
          </p:cNvSpPr>
          <p:nvPr>
            <p:ph type="sldNum" sz="quarter" idx="11"/>
          </p:nvPr>
        </p:nvSpPr>
        <p:spPr>
          <a:ln/>
        </p:spPr>
        <p:txBody>
          <a:bodyPr/>
          <a:lstStyle>
            <a:lvl1pPr>
              <a:defRPr/>
            </a:lvl1pPr>
          </a:lstStyle>
          <a:p>
            <a:pPr>
              <a:defRPr/>
            </a:pPr>
            <a:fld id="{5A5DF212-22FE-47B0-9617-6F8A67CEC56B}" type="slidenum">
              <a:rPr lang="ko-KR" altLang="en-US">
                <a:solidFill>
                  <a:srgbClr val="000000"/>
                </a:solidFill>
              </a:rPr>
              <a:pPr>
                <a:defRPr/>
              </a:pPr>
              <a:t>‹#›</a:t>
            </a:fld>
            <a:endParaRPr lang="en-US" altLang="ko-KR">
              <a:solidFill>
                <a:srgbClr val="000000"/>
              </a:solidFill>
            </a:endParaRPr>
          </a:p>
        </p:txBody>
      </p:sp>
    </p:spTree>
    <p:extLst>
      <p:ext uri="{BB962C8B-B14F-4D97-AF65-F5344CB8AC3E}">
        <p14:creationId xmlns:p14="http://schemas.microsoft.com/office/powerpoint/2010/main" val="9068319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제목 및 표">
    <p:spTree>
      <p:nvGrpSpPr>
        <p:cNvPr id="1" name=""/>
        <p:cNvGrpSpPr/>
        <p:nvPr/>
      </p:nvGrpSpPr>
      <p:grpSpPr>
        <a:xfrm>
          <a:off x="0" y="0"/>
          <a:ext cx="0" cy="0"/>
          <a:chOff x="0" y="0"/>
          <a:chExt cx="0" cy="0"/>
        </a:xfrm>
      </p:grpSpPr>
      <p:sp>
        <p:nvSpPr>
          <p:cNvPr id="2" name="제목 1"/>
          <p:cNvSpPr>
            <a:spLocks noGrp="1"/>
          </p:cNvSpPr>
          <p:nvPr>
            <p:ph type="title"/>
          </p:nvPr>
        </p:nvSpPr>
        <p:spPr>
          <a:xfrm>
            <a:off x="914400" y="404813"/>
            <a:ext cx="7315200" cy="685800"/>
          </a:xfrm>
        </p:spPr>
        <p:txBody>
          <a:bodyPr/>
          <a:lstStyle/>
          <a:p>
            <a:r>
              <a:rPr lang="ko-KR" altLang="en-US"/>
              <a:t>마스터 제목 스타일 편집</a:t>
            </a:r>
          </a:p>
        </p:txBody>
      </p:sp>
      <p:sp>
        <p:nvSpPr>
          <p:cNvPr id="3" name="표 개체 틀 2"/>
          <p:cNvSpPr>
            <a:spLocks noGrp="1"/>
          </p:cNvSpPr>
          <p:nvPr>
            <p:ph type="tbl" idx="1"/>
          </p:nvPr>
        </p:nvSpPr>
        <p:spPr>
          <a:xfrm>
            <a:off x="495300" y="1447800"/>
            <a:ext cx="8153400" cy="4724400"/>
          </a:xfrm>
        </p:spPr>
        <p:txBody>
          <a:bodyPr/>
          <a:lstStyle/>
          <a:p>
            <a:pPr lvl="0"/>
            <a:endParaRPr lang="ko-KR" altLang="en-US" noProof="0"/>
          </a:p>
        </p:txBody>
      </p:sp>
      <p:sp>
        <p:nvSpPr>
          <p:cNvPr id="4" name="Rectangle 6"/>
          <p:cNvSpPr>
            <a:spLocks noGrp="1" noChangeArrowheads="1"/>
          </p:cNvSpPr>
          <p:nvPr>
            <p:ph type="ftr" sz="quarter" idx="10"/>
          </p:nvPr>
        </p:nvSpPr>
        <p:spPr>
          <a:ln/>
        </p:spPr>
        <p:txBody>
          <a:bodyPr/>
          <a:lstStyle>
            <a:lvl1pPr>
              <a:defRPr/>
            </a:lvl1pPr>
          </a:lstStyle>
          <a:p>
            <a:pPr>
              <a:defRPr/>
            </a:pPr>
            <a:r>
              <a:rPr lang="en-US" altLang="ko-KR">
                <a:solidFill>
                  <a:srgbClr val="000000"/>
                </a:solidFill>
              </a:rPr>
              <a:t>Voronoi Diagram Research Center</a:t>
            </a:r>
          </a:p>
        </p:txBody>
      </p:sp>
      <p:sp>
        <p:nvSpPr>
          <p:cNvPr id="5" name="Rectangle 7"/>
          <p:cNvSpPr>
            <a:spLocks noGrp="1" noChangeArrowheads="1"/>
          </p:cNvSpPr>
          <p:nvPr>
            <p:ph type="sldNum" sz="quarter" idx="11"/>
          </p:nvPr>
        </p:nvSpPr>
        <p:spPr>
          <a:ln/>
        </p:spPr>
        <p:txBody>
          <a:bodyPr/>
          <a:lstStyle>
            <a:lvl1pPr>
              <a:defRPr/>
            </a:lvl1pPr>
          </a:lstStyle>
          <a:p>
            <a:pPr>
              <a:defRPr/>
            </a:pPr>
            <a:fld id="{2A8CDA85-6CB6-481E-955F-B44EF8AE6D6B}" type="slidenum">
              <a:rPr lang="ko-KR" altLang="en-US">
                <a:solidFill>
                  <a:srgbClr val="000000"/>
                </a:solidFill>
              </a:rPr>
              <a:pPr>
                <a:defRPr/>
              </a:pPr>
              <a:t>‹#›</a:t>
            </a:fld>
            <a:endParaRPr lang="en-US" altLang="ko-KR">
              <a:solidFill>
                <a:srgbClr val="000000"/>
              </a:solidFill>
            </a:endParaRPr>
          </a:p>
        </p:txBody>
      </p:sp>
    </p:spTree>
    <p:extLst>
      <p:ext uri="{BB962C8B-B14F-4D97-AF65-F5344CB8AC3E}">
        <p14:creationId xmlns:p14="http://schemas.microsoft.com/office/powerpoint/2010/main" val="13824094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Only" preserve="1">
  <p:cSld name="내용">
    <p:spTree>
      <p:nvGrpSpPr>
        <p:cNvPr id="1" name=""/>
        <p:cNvGrpSpPr/>
        <p:nvPr/>
      </p:nvGrpSpPr>
      <p:grpSpPr>
        <a:xfrm>
          <a:off x="0" y="0"/>
          <a:ext cx="0" cy="0"/>
          <a:chOff x="0" y="0"/>
          <a:chExt cx="0" cy="0"/>
        </a:xfrm>
      </p:grpSpPr>
      <p:sp>
        <p:nvSpPr>
          <p:cNvPr id="2" name="내용 개체 틀 1"/>
          <p:cNvSpPr>
            <a:spLocks noGrp="1"/>
          </p:cNvSpPr>
          <p:nvPr>
            <p:ph/>
          </p:nvPr>
        </p:nvSpPr>
        <p:spPr>
          <a:xfrm>
            <a:off x="495300" y="404813"/>
            <a:ext cx="8153400" cy="5767387"/>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3" name="Rectangle 6"/>
          <p:cNvSpPr>
            <a:spLocks noGrp="1" noChangeArrowheads="1"/>
          </p:cNvSpPr>
          <p:nvPr>
            <p:ph type="ftr" sz="quarter" idx="10"/>
          </p:nvPr>
        </p:nvSpPr>
        <p:spPr>
          <a:ln/>
        </p:spPr>
        <p:txBody>
          <a:bodyPr/>
          <a:lstStyle>
            <a:lvl1pPr>
              <a:defRPr/>
            </a:lvl1pPr>
          </a:lstStyle>
          <a:p>
            <a:pPr>
              <a:defRPr/>
            </a:pPr>
            <a:r>
              <a:rPr lang="en-US" altLang="ko-KR">
                <a:solidFill>
                  <a:srgbClr val="000000"/>
                </a:solidFill>
              </a:rPr>
              <a:t>Voronoi Diagram Research Center</a:t>
            </a:r>
          </a:p>
        </p:txBody>
      </p:sp>
      <p:sp>
        <p:nvSpPr>
          <p:cNvPr id="4" name="Rectangle 7"/>
          <p:cNvSpPr>
            <a:spLocks noGrp="1" noChangeArrowheads="1"/>
          </p:cNvSpPr>
          <p:nvPr>
            <p:ph type="sldNum" sz="quarter" idx="11"/>
          </p:nvPr>
        </p:nvSpPr>
        <p:spPr>
          <a:ln/>
        </p:spPr>
        <p:txBody>
          <a:bodyPr/>
          <a:lstStyle>
            <a:lvl1pPr>
              <a:defRPr/>
            </a:lvl1pPr>
          </a:lstStyle>
          <a:p>
            <a:pPr>
              <a:defRPr/>
            </a:pPr>
            <a:fld id="{FACE2824-F045-40C7-A018-2F92792B648E}" type="slidenum">
              <a:rPr lang="ko-KR" altLang="en-US">
                <a:solidFill>
                  <a:srgbClr val="000000"/>
                </a:solidFill>
              </a:rPr>
              <a:pPr>
                <a:defRPr/>
              </a:pPr>
              <a:t>‹#›</a:t>
            </a:fld>
            <a:endParaRPr lang="en-US" altLang="ko-KR">
              <a:solidFill>
                <a:srgbClr val="000000"/>
              </a:solidFill>
            </a:endParaRPr>
          </a:p>
        </p:txBody>
      </p:sp>
    </p:spTree>
    <p:extLst>
      <p:ext uri="{BB962C8B-B14F-4D97-AF65-F5344CB8AC3E}">
        <p14:creationId xmlns:p14="http://schemas.microsoft.com/office/powerpoint/2010/main" val="26039336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AndTx" preserve="1">
  <p:cSld name="제목, 내용 및 텍스트">
    <p:spTree>
      <p:nvGrpSpPr>
        <p:cNvPr id="1" name=""/>
        <p:cNvGrpSpPr/>
        <p:nvPr/>
      </p:nvGrpSpPr>
      <p:grpSpPr>
        <a:xfrm>
          <a:off x="0" y="0"/>
          <a:ext cx="0" cy="0"/>
          <a:chOff x="0" y="0"/>
          <a:chExt cx="0" cy="0"/>
        </a:xfrm>
      </p:grpSpPr>
      <p:sp>
        <p:nvSpPr>
          <p:cNvPr id="2" name="제목 1"/>
          <p:cNvSpPr>
            <a:spLocks noGrp="1"/>
          </p:cNvSpPr>
          <p:nvPr>
            <p:ph type="title"/>
          </p:nvPr>
        </p:nvSpPr>
        <p:spPr>
          <a:xfrm>
            <a:off x="914400" y="404813"/>
            <a:ext cx="7315200" cy="685800"/>
          </a:xfrm>
        </p:spPr>
        <p:txBody>
          <a:bodyPr/>
          <a:lstStyle/>
          <a:p>
            <a:r>
              <a:rPr lang="ko-KR" altLang="en-US"/>
              <a:t>마스터 제목 스타일 편집</a:t>
            </a:r>
          </a:p>
        </p:txBody>
      </p:sp>
      <p:sp>
        <p:nvSpPr>
          <p:cNvPr id="3" name="내용 개체 틀 2"/>
          <p:cNvSpPr>
            <a:spLocks noGrp="1"/>
          </p:cNvSpPr>
          <p:nvPr>
            <p:ph sz="half" idx="1"/>
          </p:nvPr>
        </p:nvSpPr>
        <p:spPr>
          <a:xfrm>
            <a:off x="495300" y="1447800"/>
            <a:ext cx="4000500" cy="47244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648200" y="1447800"/>
            <a:ext cx="4000500" cy="47244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Rectangle 6"/>
          <p:cNvSpPr>
            <a:spLocks noGrp="1" noChangeArrowheads="1"/>
          </p:cNvSpPr>
          <p:nvPr>
            <p:ph type="ftr" sz="quarter" idx="10"/>
          </p:nvPr>
        </p:nvSpPr>
        <p:spPr>
          <a:ln/>
        </p:spPr>
        <p:txBody>
          <a:bodyPr/>
          <a:lstStyle>
            <a:lvl1pPr>
              <a:defRPr/>
            </a:lvl1pPr>
          </a:lstStyle>
          <a:p>
            <a:pPr>
              <a:defRPr/>
            </a:pPr>
            <a:r>
              <a:rPr lang="en-US" altLang="ko-KR">
                <a:solidFill>
                  <a:srgbClr val="000000"/>
                </a:solidFill>
              </a:rPr>
              <a:t>Voronoi Diagram Research Center</a:t>
            </a:r>
          </a:p>
        </p:txBody>
      </p:sp>
      <p:sp>
        <p:nvSpPr>
          <p:cNvPr id="6" name="Rectangle 7"/>
          <p:cNvSpPr>
            <a:spLocks noGrp="1" noChangeArrowheads="1"/>
          </p:cNvSpPr>
          <p:nvPr>
            <p:ph type="sldNum" sz="quarter" idx="11"/>
          </p:nvPr>
        </p:nvSpPr>
        <p:spPr>
          <a:ln/>
        </p:spPr>
        <p:txBody>
          <a:bodyPr/>
          <a:lstStyle>
            <a:lvl1pPr>
              <a:defRPr/>
            </a:lvl1pPr>
          </a:lstStyle>
          <a:p>
            <a:pPr>
              <a:defRPr/>
            </a:pPr>
            <a:fld id="{96ED01E7-5A85-49ED-AF41-AFCDE630C14E}" type="slidenum">
              <a:rPr lang="ko-KR" altLang="en-US">
                <a:solidFill>
                  <a:srgbClr val="000000"/>
                </a:solidFill>
              </a:rPr>
              <a:pPr>
                <a:defRPr/>
              </a:pPr>
              <a:t>‹#›</a:t>
            </a:fld>
            <a:endParaRPr lang="en-US" altLang="ko-KR">
              <a:solidFill>
                <a:srgbClr val="000000"/>
              </a:solidFill>
            </a:endParaRPr>
          </a:p>
        </p:txBody>
      </p:sp>
    </p:spTree>
    <p:extLst>
      <p:ext uri="{BB962C8B-B14F-4D97-AF65-F5344CB8AC3E}">
        <p14:creationId xmlns:p14="http://schemas.microsoft.com/office/powerpoint/2010/main" val="42036806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4" name="Rectangle 4"/>
          <p:cNvSpPr>
            <a:spLocks noChangeArrowheads="1"/>
          </p:cNvSpPr>
          <p:nvPr/>
        </p:nvSpPr>
        <p:spPr bwMode="auto">
          <a:xfrm>
            <a:off x="2965450" y="6399213"/>
            <a:ext cx="3200400" cy="457200"/>
          </a:xfrm>
          <a:prstGeom prst="rect">
            <a:avLst/>
          </a:prstGeom>
          <a:noFill/>
          <a:ln w="12700" cap="sq">
            <a:noFill/>
            <a:miter lim="800000"/>
            <a:headEnd type="none" w="sm" len="sm"/>
            <a:tailEnd type="none" w="sm" len="sm"/>
          </a:ln>
          <a:effectLst/>
        </p:spPr>
        <p:txBody>
          <a:bodyPr anchor="b"/>
          <a:lstStyle/>
          <a:p>
            <a:pPr algn="ctr">
              <a:defRPr/>
            </a:pPr>
            <a:endParaRPr lang="ko-KR" altLang="ko-KR" sz="1050" b="1">
              <a:solidFill>
                <a:srgbClr val="000000"/>
              </a:solidFill>
              <a:latin typeface="Arial Black" pitchFamily="34" charset="0"/>
              <a:ea typeface="굴림" pitchFamily="50" charset="-127"/>
            </a:endParaRPr>
          </a:p>
        </p:txBody>
      </p:sp>
      <p:sp>
        <p:nvSpPr>
          <p:cNvPr id="5" name="Rectangle 10"/>
          <p:cNvSpPr>
            <a:spLocks noChangeArrowheads="1"/>
          </p:cNvSpPr>
          <p:nvPr/>
        </p:nvSpPr>
        <p:spPr bwMode="auto">
          <a:xfrm>
            <a:off x="2971800" y="6172200"/>
            <a:ext cx="3200400" cy="457200"/>
          </a:xfrm>
          <a:prstGeom prst="rect">
            <a:avLst/>
          </a:prstGeom>
          <a:noFill/>
          <a:ln w="12700" cap="sq">
            <a:noFill/>
            <a:miter lim="800000"/>
            <a:headEnd type="none" w="sm" len="sm"/>
            <a:tailEnd type="none" w="sm" len="sm"/>
          </a:ln>
          <a:effectLst/>
        </p:spPr>
        <p:txBody>
          <a:bodyPr anchor="b"/>
          <a:lstStyle/>
          <a:p>
            <a:pPr algn="ctr">
              <a:defRPr/>
            </a:pPr>
            <a:endParaRPr lang="ko-KR" altLang="ko-KR" sz="1050" b="1">
              <a:solidFill>
                <a:srgbClr val="000000"/>
              </a:solidFill>
              <a:latin typeface="Arial Black" pitchFamily="34" charset="0"/>
              <a:ea typeface="굴림" pitchFamily="50" charset="-127"/>
            </a:endParaRPr>
          </a:p>
        </p:txBody>
      </p:sp>
      <p:sp>
        <p:nvSpPr>
          <p:cNvPr id="416772" name="Rectangle 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smtClean="0">
                <a:latin typeface="Verdana" pitchFamily="34" charset="0"/>
                <a:ea typeface="굴림" pitchFamily="50" charset="-127"/>
                <a:cs typeface="Verdana" pitchFamily="34" charset="0"/>
              </a:defRPr>
            </a:lvl1pPr>
          </a:lstStyle>
          <a:p>
            <a:r>
              <a:rPr lang="ko-KR" altLang="en-US" dirty="0"/>
              <a:t>마스터 부제목 스타일 편집</a:t>
            </a:r>
          </a:p>
        </p:txBody>
      </p:sp>
      <p:sp>
        <p:nvSpPr>
          <p:cNvPr id="4103" name="Rectangle 7"/>
          <p:cNvSpPr>
            <a:spLocks noGrp="1" noChangeArrowheads="1"/>
          </p:cNvSpPr>
          <p:nvPr>
            <p:ph type="title"/>
          </p:nvPr>
        </p:nvSpPr>
        <p:spPr>
          <a:xfrm>
            <a:off x="685800" y="2130427"/>
            <a:ext cx="7772400" cy="1470025"/>
          </a:xfrm>
        </p:spPr>
        <p:txBody>
          <a:bodyPr/>
          <a:lstStyle>
            <a:lvl1pPr algn="ctr">
              <a:defRPr smtClean="0">
                <a:effectLst/>
                <a:latin typeface="Verdana" pitchFamily="34" charset="0"/>
                <a:ea typeface="굴림" pitchFamily="50" charset="-127"/>
                <a:cs typeface="Verdana" pitchFamily="34" charset="0"/>
              </a:defRPr>
            </a:lvl1pPr>
          </a:lstStyle>
          <a:p>
            <a:r>
              <a:rPr lang="ko-KR" altLang="en-US" dirty="0"/>
              <a:t>마스터 제목 스타일 편집</a:t>
            </a:r>
          </a:p>
        </p:txBody>
      </p:sp>
    </p:spTree>
    <p:extLst>
      <p:ext uri="{BB962C8B-B14F-4D97-AF65-F5344CB8AC3E}">
        <p14:creationId xmlns:p14="http://schemas.microsoft.com/office/powerpoint/2010/main" val="4204136427"/>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5" name="Rectangle 4"/>
          <p:cNvSpPr>
            <a:spLocks noChangeArrowheads="1"/>
          </p:cNvSpPr>
          <p:nvPr/>
        </p:nvSpPr>
        <p:spPr bwMode="auto">
          <a:xfrm>
            <a:off x="2965450" y="6399213"/>
            <a:ext cx="3200400" cy="457200"/>
          </a:xfrm>
          <a:prstGeom prst="rect">
            <a:avLst/>
          </a:prstGeom>
          <a:noFill/>
          <a:ln w="12700" cap="sq">
            <a:noFill/>
            <a:miter lim="800000"/>
            <a:headEnd type="none" w="sm" len="sm"/>
            <a:tailEnd type="none" w="sm" len="sm"/>
          </a:ln>
          <a:effectLst/>
        </p:spPr>
        <p:txBody>
          <a:bodyPr anchor="b"/>
          <a:lstStyle/>
          <a:p>
            <a:pPr algn="ctr">
              <a:defRPr/>
            </a:pPr>
            <a:endParaRPr lang="ko-KR" altLang="ko-KR" sz="1050" b="1">
              <a:solidFill>
                <a:srgbClr val="000000"/>
              </a:solidFill>
              <a:latin typeface="Arial Black" pitchFamily="34" charset="0"/>
              <a:ea typeface="굴림" pitchFamily="50" charset="-127"/>
            </a:endParaRPr>
          </a:p>
        </p:txBody>
      </p:sp>
      <p:sp>
        <p:nvSpPr>
          <p:cNvPr id="6" name="Rectangle 10"/>
          <p:cNvSpPr>
            <a:spLocks noChangeArrowheads="1"/>
          </p:cNvSpPr>
          <p:nvPr/>
        </p:nvSpPr>
        <p:spPr bwMode="auto">
          <a:xfrm>
            <a:off x="2971800" y="6172200"/>
            <a:ext cx="3200400" cy="457200"/>
          </a:xfrm>
          <a:prstGeom prst="rect">
            <a:avLst/>
          </a:prstGeom>
          <a:noFill/>
          <a:ln w="12700" cap="sq">
            <a:noFill/>
            <a:miter lim="800000"/>
            <a:headEnd type="none" w="sm" len="sm"/>
            <a:tailEnd type="none" w="sm" len="sm"/>
          </a:ln>
          <a:effectLst/>
        </p:spPr>
        <p:txBody>
          <a:bodyPr anchor="b"/>
          <a:lstStyle/>
          <a:p>
            <a:pPr algn="ctr">
              <a:defRPr/>
            </a:pPr>
            <a:endParaRPr lang="ko-KR" altLang="ko-KR" sz="1050" b="1">
              <a:solidFill>
                <a:srgbClr val="000000"/>
              </a:solidFill>
              <a:latin typeface="Arial Black" pitchFamily="34" charset="0"/>
              <a:ea typeface="굴림" pitchFamily="50" charset="-127"/>
            </a:endParaRPr>
          </a:p>
        </p:txBody>
      </p:sp>
      <p:sp>
        <p:nvSpPr>
          <p:cNvPr id="7" name="Line 11"/>
          <p:cNvSpPr>
            <a:spLocks noChangeShapeType="1"/>
          </p:cNvSpPr>
          <p:nvPr userDrawn="1"/>
        </p:nvSpPr>
        <p:spPr bwMode="auto">
          <a:xfrm>
            <a:off x="684213" y="995363"/>
            <a:ext cx="7920037" cy="0"/>
          </a:xfrm>
          <a:prstGeom prst="line">
            <a:avLst/>
          </a:prstGeom>
          <a:noFill/>
          <a:ln w="38100">
            <a:solidFill>
              <a:schemeClr val="bg2"/>
            </a:solidFill>
            <a:round/>
            <a:headEnd/>
            <a:tailEnd/>
          </a:ln>
          <a:effectLst/>
        </p:spPr>
        <p:txBody>
          <a:bodyPr/>
          <a:lstStyle/>
          <a:p>
            <a:pPr>
              <a:defRPr/>
            </a:pPr>
            <a:endParaRPr lang="ko-KR" altLang="en-US" sz="1350">
              <a:solidFill>
                <a:srgbClr val="000000"/>
              </a:solidFill>
              <a:latin typeface="굴림" pitchFamily="50" charset="-127"/>
              <a:ea typeface="굴림" pitchFamily="50" charset="-127"/>
            </a:endParaRPr>
          </a:p>
        </p:txBody>
      </p:sp>
      <p:sp>
        <p:nvSpPr>
          <p:cNvPr id="2" name="제목 1"/>
          <p:cNvSpPr>
            <a:spLocks noGrp="1"/>
          </p:cNvSpPr>
          <p:nvPr>
            <p:ph type="title"/>
          </p:nvPr>
        </p:nvSpPr>
        <p:spPr>
          <a:xfrm>
            <a:off x="684214" y="274178"/>
            <a:ext cx="7920037" cy="685800"/>
          </a:xfrm>
        </p:spPr>
        <p:txBody>
          <a:bodyPr/>
          <a:lstStyle>
            <a:lvl1pPr>
              <a:defRPr>
                <a:latin typeface="Verdana" pitchFamily="34" charset="0"/>
                <a:cs typeface="Verdana" pitchFamily="34" charset="0"/>
              </a:defRPr>
            </a:lvl1pPr>
          </a:lstStyle>
          <a:p>
            <a:r>
              <a:rPr lang="ko-KR" altLang="en-US" dirty="0"/>
              <a:t>마스터 제목 스타일 편집</a:t>
            </a:r>
          </a:p>
        </p:txBody>
      </p:sp>
      <p:sp>
        <p:nvSpPr>
          <p:cNvPr id="3" name="내용 개체 틀 2"/>
          <p:cNvSpPr>
            <a:spLocks noGrp="1"/>
          </p:cNvSpPr>
          <p:nvPr>
            <p:ph sz="half" idx="1"/>
          </p:nvPr>
        </p:nvSpPr>
        <p:spPr>
          <a:xfrm>
            <a:off x="684213" y="1447800"/>
            <a:ext cx="3905250" cy="4724400"/>
          </a:xfrm>
        </p:spPr>
        <p:txBody>
          <a:bodyPr/>
          <a:lstStyle>
            <a:lvl1pPr>
              <a:defRPr sz="1500"/>
            </a:lvl1pPr>
            <a:lvl2pPr>
              <a:defRPr sz="1350"/>
            </a:lvl2pPr>
            <a:lvl3pPr>
              <a:defRPr sz="1200"/>
            </a:lvl3pPr>
            <a:lvl4pPr>
              <a:defRPr sz="1050"/>
            </a:lvl4pPr>
            <a:lvl5pPr>
              <a:defRPr sz="1050"/>
            </a:lvl5pPr>
            <a:lvl6pPr>
              <a:defRPr sz="1350"/>
            </a:lvl6pPr>
            <a:lvl7pPr>
              <a:defRPr sz="1350"/>
            </a:lvl7pPr>
            <a:lvl8pPr>
              <a:defRPr sz="1350"/>
            </a:lvl8pPr>
            <a:lvl9pPr>
              <a:defRPr sz="1350"/>
            </a:lvl9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내용 개체 틀 3"/>
          <p:cNvSpPr>
            <a:spLocks noGrp="1"/>
          </p:cNvSpPr>
          <p:nvPr>
            <p:ph sz="half" idx="2"/>
          </p:nvPr>
        </p:nvSpPr>
        <p:spPr>
          <a:xfrm>
            <a:off x="4741864" y="1447800"/>
            <a:ext cx="3906837" cy="4724400"/>
          </a:xfrm>
        </p:spPr>
        <p:txBody>
          <a:bodyPr/>
          <a:lstStyle>
            <a:lvl1pPr>
              <a:defRPr sz="1500"/>
            </a:lvl1pPr>
            <a:lvl2pPr>
              <a:defRPr sz="1350"/>
            </a:lvl2pPr>
            <a:lvl3pPr>
              <a:defRPr sz="1200"/>
            </a:lvl3pPr>
            <a:lvl4pPr>
              <a:defRPr sz="1050"/>
            </a:lvl4pPr>
            <a:lvl5pPr>
              <a:defRPr sz="1050"/>
            </a:lvl5pPr>
            <a:lvl6pPr>
              <a:defRPr sz="1350"/>
            </a:lvl6pPr>
            <a:lvl7pPr>
              <a:defRPr sz="1350"/>
            </a:lvl7pPr>
            <a:lvl8pPr>
              <a:defRPr sz="1350"/>
            </a:lvl8pPr>
            <a:lvl9pPr>
              <a:defRPr sz="1350"/>
            </a:lvl9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8" name="슬라이드 번호 개체 틀 3"/>
          <p:cNvSpPr>
            <a:spLocks noGrp="1"/>
          </p:cNvSpPr>
          <p:nvPr>
            <p:ph type="sldNum" sz="quarter" idx="10"/>
          </p:nvPr>
        </p:nvSpPr>
        <p:spPr/>
        <p:txBody>
          <a:bodyPr/>
          <a:lstStyle>
            <a:lvl1pPr algn="r" fontAlgn="base">
              <a:spcBef>
                <a:spcPct val="0"/>
              </a:spcBef>
              <a:spcAft>
                <a:spcPct val="0"/>
              </a:spcAft>
              <a:defRPr kumimoji="1" sz="1050" b="1" smtClean="0">
                <a:latin typeface="굴림" pitchFamily="50" charset="-127"/>
                <a:ea typeface="굴림" pitchFamily="50" charset="-127"/>
              </a:defRPr>
            </a:lvl1pPr>
          </a:lstStyle>
          <a:p>
            <a:pPr>
              <a:defRPr/>
            </a:pPr>
            <a:fld id="{23923D57-73CA-400A-B9FF-71A1EE3445E4}" type="slidenum">
              <a:rPr lang="ko-KR" altLang="en-US"/>
              <a:pPr>
                <a:defRPr/>
              </a:pPr>
              <a:t>‹#›</a:t>
            </a:fld>
            <a:endParaRPr lang="ko-KR" altLang="en-US" dirty="0"/>
          </a:p>
        </p:txBody>
      </p:sp>
    </p:spTree>
    <p:extLst>
      <p:ext uri="{BB962C8B-B14F-4D97-AF65-F5344CB8AC3E}">
        <p14:creationId xmlns:p14="http://schemas.microsoft.com/office/powerpoint/2010/main" val="42040544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4" name="Line 11"/>
          <p:cNvSpPr>
            <a:spLocks noChangeShapeType="1"/>
          </p:cNvSpPr>
          <p:nvPr userDrawn="1"/>
        </p:nvSpPr>
        <p:spPr bwMode="auto">
          <a:xfrm>
            <a:off x="684213" y="995363"/>
            <a:ext cx="7920037" cy="0"/>
          </a:xfrm>
          <a:prstGeom prst="line">
            <a:avLst/>
          </a:prstGeom>
          <a:noFill/>
          <a:ln w="38100">
            <a:solidFill>
              <a:schemeClr val="bg2"/>
            </a:solidFill>
            <a:round/>
            <a:headEnd/>
            <a:tailEnd/>
          </a:ln>
          <a:effectLst/>
        </p:spPr>
        <p:txBody>
          <a:bodyPr/>
          <a:lstStyle/>
          <a:p>
            <a:pPr>
              <a:defRPr/>
            </a:pPr>
            <a:endParaRPr lang="ko-KR" altLang="en-US" sz="1350">
              <a:solidFill>
                <a:srgbClr val="000000"/>
              </a:solidFill>
              <a:latin typeface="굴림" pitchFamily="50" charset="-127"/>
              <a:ea typeface="굴림" pitchFamily="50" charset="-127"/>
            </a:endParaRPr>
          </a:p>
        </p:txBody>
      </p:sp>
      <p:sp>
        <p:nvSpPr>
          <p:cNvPr id="2" name="제목 1"/>
          <p:cNvSpPr>
            <a:spLocks noGrp="1"/>
          </p:cNvSpPr>
          <p:nvPr>
            <p:ph type="title"/>
          </p:nvPr>
        </p:nvSpPr>
        <p:spPr>
          <a:xfrm>
            <a:off x="684214" y="231843"/>
            <a:ext cx="7920037" cy="685800"/>
          </a:xfrm>
        </p:spPr>
        <p:txBody>
          <a:bodyPr/>
          <a:lstStyle>
            <a:lvl1pPr>
              <a:defRPr sz="2800">
                <a:latin typeface="Verdana" pitchFamily="34" charset="0"/>
                <a:cs typeface="Verdana" pitchFamily="34" charset="0"/>
              </a:defRPr>
            </a:lvl1pPr>
          </a:lstStyle>
          <a:p>
            <a:r>
              <a:rPr lang="ko-KR" altLang="en-US" dirty="0"/>
              <a:t>마스터 제목 스타일 편집</a:t>
            </a:r>
          </a:p>
        </p:txBody>
      </p:sp>
      <p:sp>
        <p:nvSpPr>
          <p:cNvPr id="3" name="내용 개체 틀 2"/>
          <p:cNvSpPr>
            <a:spLocks noGrp="1"/>
          </p:cNvSpPr>
          <p:nvPr>
            <p:ph idx="1"/>
          </p:nvPr>
        </p:nvSpPr>
        <p:spPr/>
        <p:txBody>
          <a:bodyPr/>
          <a:lstStyle>
            <a:lvl1pPr>
              <a:defRPr sz="2000">
                <a:latin typeface="+mn-lt"/>
              </a:defRPr>
            </a:lvl1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5" name="슬라이드 번호 개체 틀 3"/>
          <p:cNvSpPr>
            <a:spLocks noGrp="1"/>
          </p:cNvSpPr>
          <p:nvPr>
            <p:ph type="sldNum" sz="quarter" idx="10"/>
          </p:nvPr>
        </p:nvSpPr>
        <p:spPr/>
        <p:txBody>
          <a:bodyPr/>
          <a:lstStyle>
            <a:lvl1pPr algn="r" fontAlgn="base">
              <a:spcBef>
                <a:spcPct val="0"/>
              </a:spcBef>
              <a:spcAft>
                <a:spcPct val="0"/>
              </a:spcAft>
              <a:defRPr kumimoji="1" sz="1050" b="1" smtClean="0">
                <a:latin typeface="굴림" pitchFamily="50" charset="-127"/>
                <a:ea typeface="굴림" pitchFamily="50" charset="-127"/>
              </a:defRPr>
            </a:lvl1pPr>
          </a:lstStyle>
          <a:p>
            <a:pPr>
              <a:defRPr/>
            </a:pPr>
            <a:fld id="{2F15843A-F030-42DC-B8B4-8E9C43376D6F}" type="slidenum">
              <a:rPr lang="ko-KR" altLang="en-US"/>
              <a:pPr>
                <a:defRPr/>
              </a:pPr>
              <a:t>‹#›</a:t>
            </a:fld>
            <a:endParaRPr lang="ko-KR" altLang="en-US"/>
          </a:p>
        </p:txBody>
      </p:sp>
    </p:spTree>
    <p:extLst>
      <p:ext uri="{BB962C8B-B14F-4D97-AF65-F5344CB8AC3E}">
        <p14:creationId xmlns:p14="http://schemas.microsoft.com/office/powerpoint/2010/main" val="1746387832"/>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슬라이드 번호 개체 틀 3"/>
          <p:cNvSpPr>
            <a:spLocks noGrp="1"/>
          </p:cNvSpPr>
          <p:nvPr>
            <p:ph type="sldNum" sz="quarter" idx="10"/>
          </p:nvPr>
        </p:nvSpPr>
        <p:spPr/>
        <p:txBody>
          <a:bodyPr/>
          <a:lstStyle>
            <a:lvl1pPr algn="r" fontAlgn="base">
              <a:spcBef>
                <a:spcPct val="0"/>
              </a:spcBef>
              <a:spcAft>
                <a:spcPct val="0"/>
              </a:spcAft>
              <a:defRPr kumimoji="1" sz="1050" b="1" smtClean="0">
                <a:latin typeface="굴림" pitchFamily="50" charset="-127"/>
                <a:ea typeface="굴림" pitchFamily="50" charset="-127"/>
              </a:defRPr>
            </a:lvl1pPr>
          </a:lstStyle>
          <a:p>
            <a:pPr>
              <a:defRPr/>
            </a:pPr>
            <a:fld id="{4D25AB0F-7B61-4786-A652-5375FB28595A}" type="slidenum">
              <a:rPr lang="ko-KR" altLang="en-US"/>
              <a:pPr>
                <a:defRPr/>
              </a:pPr>
              <a:t>‹#›</a:t>
            </a:fld>
            <a:endParaRPr lang="ko-KR" altLang="en-US"/>
          </a:p>
        </p:txBody>
      </p:sp>
    </p:spTree>
    <p:extLst>
      <p:ext uri="{BB962C8B-B14F-4D97-AF65-F5344CB8AC3E}">
        <p14:creationId xmlns:p14="http://schemas.microsoft.com/office/powerpoint/2010/main" val="15920816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제목 슬라이드">
    <p:bg>
      <p:bgPr>
        <a:solidFill>
          <a:schemeClr val="bg1"/>
        </a:solidFill>
        <a:effectLst/>
      </p:bgPr>
    </p:bg>
    <p:spTree>
      <p:nvGrpSpPr>
        <p:cNvPr id="1" name=""/>
        <p:cNvGrpSpPr/>
        <p:nvPr/>
      </p:nvGrpSpPr>
      <p:grpSpPr>
        <a:xfrm>
          <a:off x="0" y="0"/>
          <a:ext cx="0" cy="0"/>
          <a:chOff x="0" y="0"/>
          <a:chExt cx="0" cy="0"/>
        </a:xfrm>
      </p:grpSpPr>
      <p:sp>
        <p:nvSpPr>
          <p:cNvPr id="5" name="Rectangle 4"/>
          <p:cNvSpPr>
            <a:spLocks noChangeArrowheads="1"/>
          </p:cNvSpPr>
          <p:nvPr/>
        </p:nvSpPr>
        <p:spPr bwMode="auto">
          <a:xfrm>
            <a:off x="2965450" y="6399213"/>
            <a:ext cx="3200400" cy="457200"/>
          </a:xfrm>
          <a:prstGeom prst="rect">
            <a:avLst/>
          </a:prstGeom>
          <a:noFill/>
          <a:ln w="12700" cap="sq">
            <a:noFill/>
            <a:miter lim="800000"/>
            <a:headEnd type="none" w="sm" len="sm"/>
            <a:tailEnd type="none" w="sm" len="sm"/>
          </a:ln>
          <a:effectLst/>
        </p:spPr>
        <p:txBody>
          <a:bodyPr anchor="b"/>
          <a:lstStyle/>
          <a:p>
            <a:pPr algn="ctr">
              <a:defRPr/>
            </a:pPr>
            <a:endParaRPr lang="ko-KR" altLang="ko-KR" sz="1050" b="1">
              <a:solidFill>
                <a:srgbClr val="000000"/>
              </a:solidFill>
              <a:latin typeface="Arial Black" pitchFamily="34" charset="0"/>
            </a:endParaRPr>
          </a:p>
        </p:txBody>
      </p:sp>
      <p:sp>
        <p:nvSpPr>
          <p:cNvPr id="6" name="Rectangle 10"/>
          <p:cNvSpPr>
            <a:spLocks noChangeArrowheads="1"/>
          </p:cNvSpPr>
          <p:nvPr/>
        </p:nvSpPr>
        <p:spPr bwMode="auto">
          <a:xfrm>
            <a:off x="2971800" y="6172200"/>
            <a:ext cx="3200400" cy="457200"/>
          </a:xfrm>
          <a:prstGeom prst="rect">
            <a:avLst/>
          </a:prstGeom>
          <a:noFill/>
          <a:ln w="12700" cap="sq">
            <a:noFill/>
            <a:miter lim="800000"/>
            <a:headEnd type="none" w="sm" len="sm"/>
            <a:tailEnd type="none" w="sm" len="sm"/>
          </a:ln>
          <a:effectLst/>
        </p:spPr>
        <p:txBody>
          <a:bodyPr anchor="b"/>
          <a:lstStyle/>
          <a:p>
            <a:pPr algn="ctr">
              <a:defRPr/>
            </a:pPr>
            <a:endParaRPr lang="ko-KR" altLang="ko-KR" sz="1050" b="1">
              <a:solidFill>
                <a:srgbClr val="000000"/>
              </a:solidFill>
              <a:latin typeface="Arial Black" pitchFamily="34" charset="0"/>
            </a:endParaRPr>
          </a:p>
        </p:txBody>
      </p:sp>
      <p:sp>
        <p:nvSpPr>
          <p:cNvPr id="416772" name="Rectangle 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smtClean="0">
                <a:latin typeface="Verdana" pitchFamily="34" charset="0"/>
                <a:ea typeface="굴림" pitchFamily="50" charset="-127"/>
                <a:cs typeface="Verdana" pitchFamily="34" charset="0"/>
              </a:defRPr>
            </a:lvl1pPr>
          </a:lstStyle>
          <a:p>
            <a:r>
              <a:rPr lang="ko-KR" altLang="en-US" dirty="0"/>
              <a:t>마스터 부제목 스타일 편집</a:t>
            </a:r>
          </a:p>
        </p:txBody>
      </p:sp>
      <p:sp>
        <p:nvSpPr>
          <p:cNvPr id="4103" name="Rectangle 7"/>
          <p:cNvSpPr>
            <a:spLocks noGrp="1" noChangeArrowheads="1"/>
          </p:cNvSpPr>
          <p:nvPr>
            <p:ph type="title"/>
          </p:nvPr>
        </p:nvSpPr>
        <p:spPr>
          <a:xfrm>
            <a:off x="685800" y="2130427"/>
            <a:ext cx="7772400" cy="1470025"/>
          </a:xfrm>
        </p:spPr>
        <p:txBody>
          <a:bodyPr/>
          <a:lstStyle>
            <a:lvl1pPr algn="ctr">
              <a:defRPr smtClean="0">
                <a:effectLst/>
                <a:latin typeface="Verdana" pitchFamily="34" charset="0"/>
                <a:ea typeface="굴림" pitchFamily="50" charset="-127"/>
                <a:cs typeface="Verdana" pitchFamily="34" charset="0"/>
              </a:defRPr>
            </a:lvl1pPr>
          </a:lstStyle>
          <a:p>
            <a:r>
              <a:rPr lang="ko-KR" altLang="en-US" dirty="0"/>
              <a:t>마스터 제목 스타일 편집</a:t>
            </a:r>
          </a:p>
        </p:txBody>
      </p:sp>
    </p:spTree>
    <p:extLst>
      <p:ext uri="{BB962C8B-B14F-4D97-AF65-F5344CB8AC3E}">
        <p14:creationId xmlns:p14="http://schemas.microsoft.com/office/powerpoint/2010/main" val="2981195300"/>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5" name="Rectangle 4"/>
          <p:cNvSpPr>
            <a:spLocks noChangeArrowheads="1"/>
          </p:cNvSpPr>
          <p:nvPr/>
        </p:nvSpPr>
        <p:spPr bwMode="auto">
          <a:xfrm>
            <a:off x="2965450" y="6399213"/>
            <a:ext cx="3200400" cy="457200"/>
          </a:xfrm>
          <a:prstGeom prst="rect">
            <a:avLst/>
          </a:prstGeom>
          <a:noFill/>
          <a:ln w="12700" cap="sq">
            <a:noFill/>
            <a:miter lim="800000"/>
            <a:headEnd type="none" w="sm" len="sm"/>
            <a:tailEnd type="none" w="sm" len="sm"/>
          </a:ln>
          <a:effectLst/>
        </p:spPr>
        <p:txBody>
          <a:bodyPr anchor="b"/>
          <a:lstStyle/>
          <a:p>
            <a:pPr algn="ctr">
              <a:defRPr/>
            </a:pPr>
            <a:endParaRPr lang="ko-KR" altLang="ko-KR" sz="1050" b="1">
              <a:solidFill>
                <a:srgbClr val="000000"/>
              </a:solidFill>
              <a:latin typeface="Arial Black" pitchFamily="34" charset="0"/>
            </a:endParaRPr>
          </a:p>
        </p:txBody>
      </p:sp>
      <p:sp>
        <p:nvSpPr>
          <p:cNvPr id="6" name="Rectangle 10"/>
          <p:cNvSpPr>
            <a:spLocks noChangeArrowheads="1"/>
          </p:cNvSpPr>
          <p:nvPr/>
        </p:nvSpPr>
        <p:spPr bwMode="auto">
          <a:xfrm>
            <a:off x="2971800" y="6172200"/>
            <a:ext cx="3200400" cy="457200"/>
          </a:xfrm>
          <a:prstGeom prst="rect">
            <a:avLst/>
          </a:prstGeom>
          <a:noFill/>
          <a:ln w="12700" cap="sq">
            <a:noFill/>
            <a:miter lim="800000"/>
            <a:headEnd type="none" w="sm" len="sm"/>
            <a:tailEnd type="none" w="sm" len="sm"/>
          </a:ln>
          <a:effectLst/>
        </p:spPr>
        <p:txBody>
          <a:bodyPr anchor="b"/>
          <a:lstStyle/>
          <a:p>
            <a:pPr algn="ctr">
              <a:defRPr/>
            </a:pPr>
            <a:endParaRPr lang="ko-KR" altLang="ko-KR" sz="1050" b="1">
              <a:solidFill>
                <a:srgbClr val="000000"/>
              </a:solidFill>
              <a:latin typeface="Arial Black" pitchFamily="34" charset="0"/>
            </a:endParaRPr>
          </a:p>
        </p:txBody>
      </p:sp>
      <p:sp>
        <p:nvSpPr>
          <p:cNvPr id="7" name="Line 11"/>
          <p:cNvSpPr>
            <a:spLocks noChangeShapeType="1"/>
          </p:cNvSpPr>
          <p:nvPr userDrawn="1"/>
        </p:nvSpPr>
        <p:spPr bwMode="auto">
          <a:xfrm>
            <a:off x="684214" y="994903"/>
            <a:ext cx="7920037" cy="0"/>
          </a:xfrm>
          <a:prstGeom prst="line">
            <a:avLst/>
          </a:prstGeom>
          <a:noFill/>
          <a:ln w="38100">
            <a:solidFill>
              <a:schemeClr val="bg2"/>
            </a:solidFill>
            <a:round/>
            <a:headEnd/>
            <a:tailEnd/>
          </a:ln>
          <a:effectLst/>
        </p:spPr>
        <p:txBody>
          <a:bodyPr/>
          <a:lstStyle/>
          <a:p>
            <a:pPr>
              <a:defRPr/>
            </a:pPr>
            <a:endParaRPr lang="ko-KR" altLang="en-US" sz="1350">
              <a:solidFill>
                <a:srgbClr val="000000"/>
              </a:solidFill>
            </a:endParaRPr>
          </a:p>
        </p:txBody>
      </p:sp>
      <p:sp>
        <p:nvSpPr>
          <p:cNvPr id="2" name="제목 1"/>
          <p:cNvSpPr>
            <a:spLocks noGrp="1"/>
          </p:cNvSpPr>
          <p:nvPr>
            <p:ph type="title"/>
          </p:nvPr>
        </p:nvSpPr>
        <p:spPr>
          <a:xfrm>
            <a:off x="684214" y="274178"/>
            <a:ext cx="7920037" cy="685800"/>
          </a:xfrm>
        </p:spPr>
        <p:txBody>
          <a:bodyPr/>
          <a:lstStyle>
            <a:lvl1pPr>
              <a:defRPr>
                <a:latin typeface="Verdana" pitchFamily="34" charset="0"/>
                <a:cs typeface="Verdana" pitchFamily="34" charset="0"/>
              </a:defRPr>
            </a:lvl1pPr>
          </a:lstStyle>
          <a:p>
            <a:r>
              <a:rPr lang="ko-KR" altLang="en-US" dirty="0"/>
              <a:t>마스터 제목 스타일 편집</a:t>
            </a:r>
          </a:p>
        </p:txBody>
      </p:sp>
      <p:sp>
        <p:nvSpPr>
          <p:cNvPr id="3" name="내용 개체 틀 2"/>
          <p:cNvSpPr>
            <a:spLocks noGrp="1"/>
          </p:cNvSpPr>
          <p:nvPr>
            <p:ph sz="half" idx="1"/>
          </p:nvPr>
        </p:nvSpPr>
        <p:spPr>
          <a:xfrm>
            <a:off x="684213" y="1447800"/>
            <a:ext cx="3905250" cy="4724400"/>
          </a:xfrm>
        </p:spPr>
        <p:txBody>
          <a:bodyPr/>
          <a:lstStyle>
            <a:lvl1pPr>
              <a:defRPr sz="1500"/>
            </a:lvl1pPr>
            <a:lvl2pPr>
              <a:defRPr sz="1350"/>
            </a:lvl2pPr>
            <a:lvl3pPr>
              <a:defRPr sz="1200"/>
            </a:lvl3pPr>
            <a:lvl4pPr>
              <a:defRPr sz="1050"/>
            </a:lvl4pPr>
            <a:lvl5pPr>
              <a:defRPr sz="1050"/>
            </a:lvl5pPr>
            <a:lvl6pPr>
              <a:defRPr sz="1350"/>
            </a:lvl6pPr>
            <a:lvl7pPr>
              <a:defRPr sz="1350"/>
            </a:lvl7pPr>
            <a:lvl8pPr>
              <a:defRPr sz="1350"/>
            </a:lvl8pPr>
            <a:lvl9pPr>
              <a:defRPr sz="1350"/>
            </a:lvl9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내용 개체 틀 3"/>
          <p:cNvSpPr>
            <a:spLocks noGrp="1"/>
          </p:cNvSpPr>
          <p:nvPr>
            <p:ph sz="half" idx="2"/>
          </p:nvPr>
        </p:nvSpPr>
        <p:spPr>
          <a:xfrm>
            <a:off x="4741864" y="1447800"/>
            <a:ext cx="3906837" cy="4724400"/>
          </a:xfrm>
        </p:spPr>
        <p:txBody>
          <a:bodyPr/>
          <a:lstStyle>
            <a:lvl1pPr>
              <a:defRPr sz="1500"/>
            </a:lvl1pPr>
            <a:lvl2pPr>
              <a:defRPr sz="1350"/>
            </a:lvl2pPr>
            <a:lvl3pPr>
              <a:defRPr sz="1200"/>
            </a:lvl3pPr>
            <a:lvl4pPr>
              <a:defRPr sz="1050"/>
            </a:lvl4pPr>
            <a:lvl5pPr>
              <a:defRPr sz="1050"/>
            </a:lvl5pPr>
            <a:lvl6pPr>
              <a:defRPr sz="1350"/>
            </a:lvl6pPr>
            <a:lvl7pPr>
              <a:defRPr sz="1350"/>
            </a:lvl7pPr>
            <a:lvl8pPr>
              <a:defRPr sz="1350"/>
            </a:lvl8pPr>
            <a:lvl9pPr>
              <a:defRPr sz="1350"/>
            </a:lvl9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8" name="슬라이드 번호 개체 틀 3"/>
          <p:cNvSpPr>
            <a:spLocks noGrp="1"/>
          </p:cNvSpPr>
          <p:nvPr>
            <p:ph type="sldNum" sz="quarter" idx="12"/>
          </p:nvPr>
        </p:nvSpPr>
        <p:spPr>
          <a:xfrm>
            <a:off x="6902896" y="6550747"/>
            <a:ext cx="2133600" cy="221109"/>
          </a:xfrm>
          <a:prstGeom prst="rect">
            <a:avLst/>
          </a:prstGeom>
        </p:spPr>
        <p:txBody>
          <a:bodyPr/>
          <a:lstStyle>
            <a:lvl1pPr algn="r">
              <a:defRPr sz="1050" b="1"/>
            </a:lvl1pPr>
          </a:lstStyle>
          <a:p>
            <a:pPr>
              <a:defRPr/>
            </a:pPr>
            <a:fld id="{FEE1992A-ED1E-4453-B3FA-D29CB5E7811F}" type="slidenum">
              <a:rPr lang="ko-KR" altLang="en-US" smtClean="0">
                <a:solidFill>
                  <a:srgbClr val="000000"/>
                </a:solidFill>
              </a:rPr>
              <a:pPr>
                <a:defRPr/>
              </a:pPr>
              <a:t>‹#›</a:t>
            </a:fld>
            <a:endParaRPr lang="ko-KR" altLang="en-US" dirty="0">
              <a:solidFill>
                <a:srgbClr val="000000"/>
              </a:solidFill>
            </a:endParaRPr>
          </a:p>
        </p:txBody>
      </p:sp>
    </p:spTree>
    <p:extLst>
      <p:ext uri="{BB962C8B-B14F-4D97-AF65-F5344CB8AC3E}">
        <p14:creationId xmlns:p14="http://schemas.microsoft.com/office/powerpoint/2010/main" val="34934328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684214" y="274178"/>
            <a:ext cx="7920037" cy="685800"/>
          </a:xfrm>
        </p:spPr>
        <p:txBody>
          <a:bodyPr/>
          <a:lstStyle>
            <a:lvl1pPr>
              <a:defRPr>
                <a:latin typeface="Verdana" pitchFamily="34" charset="0"/>
                <a:cs typeface="Verdana" pitchFamily="34" charset="0"/>
              </a:defRPr>
            </a:lvl1pPr>
          </a:lstStyle>
          <a:p>
            <a:r>
              <a:rPr lang="ko-KR" altLang="en-US" dirty="0"/>
              <a:t>마스터 제목 스타일 편집</a:t>
            </a:r>
          </a:p>
        </p:txBody>
      </p:sp>
      <p:sp>
        <p:nvSpPr>
          <p:cNvPr id="3" name="내용 개체 틀 2"/>
          <p:cNvSpPr>
            <a:spLocks noGrp="1"/>
          </p:cNvSpPr>
          <p:nvPr>
            <p:ph idx="1"/>
          </p:nvPr>
        </p:nvSpPr>
        <p:spPr/>
        <p:txBody>
          <a:bodyPr/>
          <a:lstStyle>
            <a:lvl1pPr>
              <a:defRPr sz="2000">
                <a:latin typeface="+mn-lt"/>
              </a:defRPr>
            </a:lvl1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7" name="슬라이드 번호 개체 틀 3"/>
          <p:cNvSpPr>
            <a:spLocks noGrp="1"/>
          </p:cNvSpPr>
          <p:nvPr>
            <p:ph type="sldNum" sz="quarter" idx="12"/>
          </p:nvPr>
        </p:nvSpPr>
        <p:spPr>
          <a:xfrm>
            <a:off x="6902896" y="6550747"/>
            <a:ext cx="2133600" cy="221109"/>
          </a:xfrm>
          <a:prstGeom prst="rect">
            <a:avLst/>
          </a:prstGeom>
        </p:spPr>
        <p:txBody>
          <a:bodyPr/>
          <a:lstStyle>
            <a:lvl1pPr algn="r">
              <a:defRPr sz="1050" b="1"/>
            </a:lvl1pPr>
          </a:lstStyle>
          <a:p>
            <a:pPr>
              <a:defRPr/>
            </a:pPr>
            <a:fld id="{FEE1992A-ED1E-4453-B3FA-D29CB5E7811F}" type="slidenum">
              <a:rPr lang="ko-KR" altLang="en-US" smtClean="0">
                <a:solidFill>
                  <a:srgbClr val="000000"/>
                </a:solidFill>
              </a:rPr>
              <a:pPr>
                <a:defRPr/>
              </a:pPr>
              <a:t>‹#›</a:t>
            </a:fld>
            <a:endParaRPr lang="ko-KR" altLang="en-US">
              <a:solidFill>
                <a:srgbClr val="000000"/>
              </a:solidFill>
            </a:endParaRPr>
          </a:p>
        </p:txBody>
      </p:sp>
      <p:sp>
        <p:nvSpPr>
          <p:cNvPr id="8" name="Line 11"/>
          <p:cNvSpPr>
            <a:spLocks noChangeShapeType="1"/>
          </p:cNvSpPr>
          <p:nvPr userDrawn="1"/>
        </p:nvSpPr>
        <p:spPr bwMode="auto">
          <a:xfrm>
            <a:off x="684214" y="994903"/>
            <a:ext cx="7920037" cy="0"/>
          </a:xfrm>
          <a:prstGeom prst="line">
            <a:avLst/>
          </a:prstGeom>
          <a:noFill/>
          <a:ln w="38100">
            <a:solidFill>
              <a:schemeClr val="bg2"/>
            </a:solidFill>
            <a:round/>
            <a:headEnd/>
            <a:tailEnd/>
          </a:ln>
          <a:effectLst/>
        </p:spPr>
        <p:txBody>
          <a:bodyPr/>
          <a:lstStyle/>
          <a:p>
            <a:pPr>
              <a:defRPr/>
            </a:pPr>
            <a:endParaRPr lang="ko-KR" altLang="en-US" sz="1350">
              <a:solidFill>
                <a:srgbClr val="000000"/>
              </a:solidFill>
            </a:endParaRPr>
          </a:p>
        </p:txBody>
      </p:sp>
    </p:spTree>
    <p:extLst>
      <p:ext uri="{BB962C8B-B14F-4D97-AF65-F5344CB8AC3E}">
        <p14:creationId xmlns:p14="http://schemas.microsoft.com/office/powerpoint/2010/main" val="1613593942"/>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5" name="슬라이드 번호 개체 틀 3"/>
          <p:cNvSpPr>
            <a:spLocks noGrp="1"/>
          </p:cNvSpPr>
          <p:nvPr>
            <p:ph type="sldNum" sz="quarter" idx="12"/>
          </p:nvPr>
        </p:nvSpPr>
        <p:spPr>
          <a:xfrm>
            <a:off x="6902896" y="6550747"/>
            <a:ext cx="2133600" cy="221109"/>
          </a:xfrm>
          <a:prstGeom prst="rect">
            <a:avLst/>
          </a:prstGeom>
        </p:spPr>
        <p:txBody>
          <a:bodyPr/>
          <a:lstStyle>
            <a:lvl1pPr algn="r">
              <a:defRPr sz="1050" b="1"/>
            </a:lvl1pPr>
          </a:lstStyle>
          <a:p>
            <a:pPr>
              <a:defRPr/>
            </a:pPr>
            <a:fld id="{FEE1992A-ED1E-4453-B3FA-D29CB5E7811F}" type="slidenum">
              <a:rPr lang="ko-KR" altLang="en-US" smtClean="0">
                <a:solidFill>
                  <a:srgbClr val="000000"/>
                </a:solidFill>
              </a:rPr>
              <a:pPr>
                <a:defRPr/>
              </a:pPr>
              <a:t>‹#›</a:t>
            </a:fld>
            <a:endParaRPr lang="ko-KR" altLang="en-US">
              <a:solidFill>
                <a:srgbClr val="000000"/>
              </a:solidFill>
            </a:endParaRPr>
          </a:p>
        </p:txBody>
      </p:sp>
    </p:spTree>
    <p:extLst>
      <p:ext uri="{BB962C8B-B14F-4D97-AF65-F5344CB8AC3E}">
        <p14:creationId xmlns:p14="http://schemas.microsoft.com/office/powerpoint/2010/main" val="29590540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a:xfrm>
            <a:off x="457200" y="6356350"/>
            <a:ext cx="2133600" cy="365125"/>
          </a:xfrm>
          <a:prstGeom prst="rect">
            <a:avLst/>
          </a:prstGeom>
        </p:spPr>
        <p:txBody>
          <a:bodyPr/>
          <a:lstStyle/>
          <a:p>
            <a:fld id="{FB30EDBD-1C2D-4C1E-B459-B60219FAB484}" type="datetimeFigureOut">
              <a:rPr lang="ko-KR" altLang="en-US" smtClean="0">
                <a:solidFill>
                  <a:prstClr val="black">
                    <a:tint val="75000"/>
                  </a:prstClr>
                </a:solidFill>
                <a:latin typeface="맑은 고딕"/>
                <a:ea typeface="맑은 고딕"/>
              </a:rPr>
              <a:pPr/>
              <a:t>2020-10-12</a:t>
            </a:fld>
            <a:endParaRPr lang="ko-KR" altLang="en-US">
              <a:solidFill>
                <a:prstClr val="black">
                  <a:tint val="75000"/>
                </a:prstClr>
              </a:solidFill>
              <a:latin typeface="맑은 고딕"/>
              <a:ea typeface="맑은 고딕"/>
            </a:endParaRPr>
          </a:p>
        </p:txBody>
      </p:sp>
      <p:sp>
        <p:nvSpPr>
          <p:cNvPr id="8" name="바닥글 개체 틀 7"/>
          <p:cNvSpPr>
            <a:spLocks noGrp="1"/>
          </p:cNvSpPr>
          <p:nvPr>
            <p:ph type="ftr" sz="quarter" idx="11"/>
          </p:nvPr>
        </p:nvSpPr>
        <p:spPr>
          <a:xfrm>
            <a:off x="3124200" y="6356350"/>
            <a:ext cx="2895600" cy="365125"/>
          </a:xfrm>
          <a:prstGeom prst="rect">
            <a:avLst/>
          </a:prstGeom>
        </p:spPr>
        <p:txBody>
          <a:bodyPr/>
          <a:lstStyle/>
          <a:p>
            <a:endParaRPr lang="ko-KR" altLang="en-US">
              <a:solidFill>
                <a:prstClr val="black">
                  <a:tint val="75000"/>
                </a:prstClr>
              </a:solidFill>
              <a:latin typeface="맑은 고딕"/>
              <a:ea typeface="맑은 고딕"/>
            </a:endParaRPr>
          </a:p>
        </p:txBody>
      </p:sp>
      <p:sp>
        <p:nvSpPr>
          <p:cNvPr id="9" name="슬라이드 번호 개체 틀 8"/>
          <p:cNvSpPr>
            <a:spLocks noGrp="1"/>
          </p:cNvSpPr>
          <p:nvPr>
            <p:ph type="sldNum" sz="quarter" idx="12"/>
          </p:nvPr>
        </p:nvSpPr>
        <p:spPr/>
        <p:txBody>
          <a:bodyPr/>
          <a:lstStyle/>
          <a:p>
            <a:fld id="{4BEDD84E-25D4-4983-8AA1-2863C96F08D9}" type="slidenum">
              <a:rPr lang="ko-KR" altLang="en-US" smtClean="0">
                <a:solidFill>
                  <a:prstClr val="black">
                    <a:tint val="75000"/>
                  </a:prstClr>
                </a:solidFill>
                <a:latin typeface="맑은 고딕"/>
                <a:ea typeface="맑은 고딕"/>
              </a:rPr>
              <a:pPr/>
              <a:t>‹#›</a:t>
            </a:fld>
            <a:endParaRPr lang="ko-KR" altLang="en-US">
              <a:solidFill>
                <a:prstClr val="black">
                  <a:tint val="75000"/>
                </a:prstClr>
              </a:solidFill>
              <a:latin typeface="맑은 고딕"/>
              <a:ea typeface="맑은 고딕"/>
            </a:endParaRPr>
          </a:p>
        </p:txBody>
      </p:sp>
    </p:spTree>
    <p:extLst>
      <p:ext uri="{BB962C8B-B14F-4D97-AF65-F5344CB8AC3E}">
        <p14:creationId xmlns:p14="http://schemas.microsoft.com/office/powerpoint/2010/main" val="13215029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제목 슬라이드">
    <p:bg>
      <p:bgPr>
        <a:solidFill>
          <a:schemeClr val="bg1"/>
        </a:solidFill>
        <a:effectLst/>
      </p:bgPr>
    </p:bg>
    <p:spTree>
      <p:nvGrpSpPr>
        <p:cNvPr id="1" name=""/>
        <p:cNvGrpSpPr/>
        <p:nvPr/>
      </p:nvGrpSpPr>
      <p:grpSpPr>
        <a:xfrm>
          <a:off x="0" y="0"/>
          <a:ext cx="0" cy="0"/>
          <a:chOff x="0" y="0"/>
          <a:chExt cx="0" cy="0"/>
        </a:xfrm>
      </p:grpSpPr>
      <p:sp>
        <p:nvSpPr>
          <p:cNvPr id="5" name="Rectangle 4"/>
          <p:cNvSpPr>
            <a:spLocks noChangeArrowheads="1"/>
          </p:cNvSpPr>
          <p:nvPr/>
        </p:nvSpPr>
        <p:spPr bwMode="auto">
          <a:xfrm>
            <a:off x="2965450" y="6399213"/>
            <a:ext cx="3200400" cy="457200"/>
          </a:xfrm>
          <a:prstGeom prst="rect">
            <a:avLst/>
          </a:prstGeom>
          <a:noFill/>
          <a:ln w="12700" cap="sq">
            <a:noFill/>
            <a:miter lim="800000"/>
            <a:headEnd type="none" w="sm" len="sm"/>
            <a:tailEnd type="none" w="sm" len="sm"/>
          </a:ln>
          <a:effectLst/>
        </p:spPr>
        <p:txBody>
          <a:bodyPr anchor="b"/>
          <a:lstStyle/>
          <a:p>
            <a:pPr algn="ctr">
              <a:defRPr/>
            </a:pPr>
            <a:endParaRPr lang="ko-KR" altLang="ko-KR" sz="1050" b="1">
              <a:solidFill>
                <a:srgbClr val="000000"/>
              </a:solidFill>
              <a:latin typeface="Arial Black" pitchFamily="34" charset="0"/>
            </a:endParaRPr>
          </a:p>
        </p:txBody>
      </p:sp>
      <p:sp>
        <p:nvSpPr>
          <p:cNvPr id="6" name="Rectangle 10"/>
          <p:cNvSpPr>
            <a:spLocks noChangeArrowheads="1"/>
          </p:cNvSpPr>
          <p:nvPr/>
        </p:nvSpPr>
        <p:spPr bwMode="auto">
          <a:xfrm>
            <a:off x="2971800" y="6172200"/>
            <a:ext cx="3200400" cy="457200"/>
          </a:xfrm>
          <a:prstGeom prst="rect">
            <a:avLst/>
          </a:prstGeom>
          <a:noFill/>
          <a:ln w="12700" cap="sq">
            <a:noFill/>
            <a:miter lim="800000"/>
            <a:headEnd type="none" w="sm" len="sm"/>
            <a:tailEnd type="none" w="sm" len="sm"/>
          </a:ln>
          <a:effectLst/>
        </p:spPr>
        <p:txBody>
          <a:bodyPr anchor="b"/>
          <a:lstStyle/>
          <a:p>
            <a:pPr algn="ctr">
              <a:defRPr/>
            </a:pPr>
            <a:endParaRPr lang="ko-KR" altLang="ko-KR" sz="1050" b="1">
              <a:solidFill>
                <a:srgbClr val="000000"/>
              </a:solidFill>
              <a:latin typeface="Arial Black" pitchFamily="34" charset="0"/>
            </a:endParaRPr>
          </a:p>
        </p:txBody>
      </p:sp>
      <p:sp>
        <p:nvSpPr>
          <p:cNvPr id="416772" name="Rectangle 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smtClean="0">
                <a:latin typeface="Verdana" pitchFamily="34" charset="0"/>
                <a:ea typeface="굴림" pitchFamily="50" charset="-127"/>
                <a:cs typeface="Verdana" pitchFamily="34" charset="0"/>
              </a:defRPr>
            </a:lvl1pPr>
          </a:lstStyle>
          <a:p>
            <a:r>
              <a:rPr lang="ko-KR" altLang="en-US" dirty="0"/>
              <a:t>마스터 부제목 스타일 편집</a:t>
            </a:r>
          </a:p>
        </p:txBody>
      </p:sp>
      <p:sp>
        <p:nvSpPr>
          <p:cNvPr id="4103" name="Rectangle 7"/>
          <p:cNvSpPr>
            <a:spLocks noGrp="1" noChangeArrowheads="1"/>
          </p:cNvSpPr>
          <p:nvPr>
            <p:ph type="title"/>
          </p:nvPr>
        </p:nvSpPr>
        <p:spPr>
          <a:xfrm>
            <a:off x="685800" y="2130431"/>
            <a:ext cx="7772400" cy="1470025"/>
          </a:xfrm>
          <a:prstGeom prst="rect">
            <a:avLst/>
          </a:prstGeom>
        </p:spPr>
        <p:txBody>
          <a:bodyPr/>
          <a:lstStyle>
            <a:lvl1pPr algn="ctr">
              <a:defRPr kumimoji="1" lang="ko-KR" altLang="en-US" sz="4400" b="1" dirty="0" smtClean="0">
                <a:solidFill>
                  <a:srgbClr val="02197C"/>
                </a:solidFill>
                <a:effectLst/>
                <a:latin typeface="Verdana" pitchFamily="34" charset="0"/>
                <a:ea typeface="굴림" pitchFamily="50" charset="-127"/>
                <a:cs typeface="Verdana" pitchFamily="34" charset="0"/>
              </a:defRPr>
            </a:lvl1pPr>
          </a:lstStyle>
          <a:p>
            <a:r>
              <a:rPr lang="ko-KR" altLang="en-US" dirty="0"/>
              <a:t>마스터 제목 스타일 편집</a:t>
            </a:r>
          </a:p>
        </p:txBody>
      </p:sp>
      <p:sp>
        <p:nvSpPr>
          <p:cNvPr id="7" name="슬라이드 번호 개체 틀 6">
            <a:extLst>
              <a:ext uri="{FF2B5EF4-FFF2-40B4-BE49-F238E27FC236}">
                <a16:creationId xmlns:a16="http://schemas.microsoft.com/office/drawing/2014/main" id="{FAC116F5-DE08-493E-84D5-38C74F621F14}"/>
              </a:ext>
            </a:extLst>
          </p:cNvPr>
          <p:cNvSpPr>
            <a:spLocks noGrp="1"/>
          </p:cNvSpPr>
          <p:nvPr>
            <p:ph type="sldNum" sz="quarter" idx="4"/>
          </p:nvPr>
        </p:nvSpPr>
        <p:spPr>
          <a:xfrm>
            <a:off x="8365068" y="6592023"/>
            <a:ext cx="650500" cy="261187"/>
          </a:xfrm>
          <a:prstGeom prst="rect">
            <a:avLst/>
          </a:prstGeom>
        </p:spPr>
        <p:txBody>
          <a:bodyPr/>
          <a:lstStyle>
            <a:lvl1pPr algn="ctr">
              <a:defRPr kumimoji="1" lang="ko-KR" altLang="en-US" sz="1200" kern="1200" smtClean="0">
                <a:solidFill>
                  <a:srgbClr val="3366FF"/>
                </a:solidFill>
                <a:latin typeface="HY헤드라인M" panose="02030600000101010101" pitchFamily="18" charset="-127"/>
                <a:ea typeface="HY헤드라인M" panose="02030600000101010101" pitchFamily="18" charset="-127"/>
                <a:cs typeface="+mn-cs"/>
              </a:defRPr>
            </a:lvl1pPr>
          </a:lstStyle>
          <a:p>
            <a:fld id="{08D006B4-DD64-43B7-816D-351BE851D9DC}" type="slidenum">
              <a:rPr lang="en-US" altLang="ko-KR" smtClean="0"/>
              <a:pPr/>
              <a:t>‹#›</a:t>
            </a:fld>
            <a:endParaRPr lang="en-US" dirty="0"/>
          </a:p>
        </p:txBody>
      </p:sp>
    </p:spTree>
    <p:extLst>
      <p:ext uri="{BB962C8B-B14F-4D97-AF65-F5344CB8AC3E}">
        <p14:creationId xmlns:p14="http://schemas.microsoft.com/office/powerpoint/2010/main" val="3648538640"/>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sp>
        <p:nvSpPr>
          <p:cNvPr id="3" name="내용 개체 틀 2"/>
          <p:cNvSpPr>
            <a:spLocks noGrp="1"/>
          </p:cNvSpPr>
          <p:nvPr>
            <p:ph idx="1"/>
          </p:nvPr>
        </p:nvSpPr>
        <p:spPr>
          <a:xfrm>
            <a:off x="589757" y="1447800"/>
            <a:ext cx="7964487" cy="4724400"/>
          </a:xfrm>
        </p:spPr>
        <p:txBody>
          <a:bodyPr/>
          <a:lstStyle>
            <a:lvl1pPr>
              <a:defRPr sz="1700">
                <a:latin typeface="+mn-lt"/>
              </a:defRPr>
            </a:lvl1pPr>
            <a:lvl2pPr>
              <a:defRPr sz="1550"/>
            </a:lvl2pPr>
            <a:lvl3pPr>
              <a:defRPr sz="1400"/>
            </a:lvl3pPr>
            <a:lvl4pPr>
              <a:defRPr sz="1250"/>
            </a:lvl4pPr>
            <a:lvl5pPr>
              <a:defRPr sz="1250"/>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8" name="제목 1"/>
          <p:cNvSpPr>
            <a:spLocks noGrp="1"/>
          </p:cNvSpPr>
          <p:nvPr>
            <p:ph type="title"/>
          </p:nvPr>
        </p:nvSpPr>
        <p:spPr>
          <a:xfrm>
            <a:off x="5" y="83205"/>
            <a:ext cx="9143996" cy="597886"/>
          </a:xfrm>
          <a:prstGeom prst="rect">
            <a:avLst/>
          </a:prstGeom>
        </p:spPr>
        <p:txBody>
          <a:bodyPr/>
          <a:lstStyle>
            <a:lvl1pPr marL="0" algn="ctr" defTabSz="914400" rtl="0" eaLnBrk="0" fontAlgn="base" latinLnBrk="1" hangingPunct="0">
              <a:spcBef>
                <a:spcPct val="0"/>
              </a:spcBef>
              <a:spcAft>
                <a:spcPct val="0"/>
              </a:spcAft>
              <a:defRPr kumimoji="1" lang="ko-KR" altLang="en-US" sz="3200" b="1" baseline="0" dirty="0">
                <a:solidFill>
                  <a:srgbClr val="02197C"/>
                </a:solidFill>
                <a:effectLst>
                  <a:outerShdw blurRad="38100" dist="38100" dir="2700000" algn="tl">
                    <a:srgbClr val="000000">
                      <a:alpha val="43137"/>
                    </a:srgbClr>
                  </a:outerShdw>
                </a:effectLst>
                <a:latin typeface="Arial" panose="020B0604020202020204" pitchFamily="34" charset="0"/>
                <a:ea typeface="맑은 고딕" panose="020B0503020000020004" pitchFamily="50" charset="-127"/>
                <a:cs typeface="Verdana" pitchFamily="34" charset="0"/>
              </a:defRPr>
            </a:lvl1pPr>
          </a:lstStyle>
          <a:p>
            <a:r>
              <a:rPr lang="ko-KR" altLang="en-US" dirty="0"/>
              <a:t>마스터 제목 스타일 편집</a:t>
            </a:r>
          </a:p>
        </p:txBody>
      </p:sp>
      <p:sp>
        <p:nvSpPr>
          <p:cNvPr id="4" name="슬라이드 번호 개체 틀 6">
            <a:extLst>
              <a:ext uri="{FF2B5EF4-FFF2-40B4-BE49-F238E27FC236}">
                <a16:creationId xmlns:a16="http://schemas.microsoft.com/office/drawing/2014/main" id="{5E34ED24-076E-4E11-8331-E34D50DFD689}"/>
              </a:ext>
            </a:extLst>
          </p:cNvPr>
          <p:cNvSpPr>
            <a:spLocks noGrp="1"/>
          </p:cNvSpPr>
          <p:nvPr>
            <p:ph type="sldNum" sz="quarter" idx="4"/>
          </p:nvPr>
        </p:nvSpPr>
        <p:spPr>
          <a:xfrm>
            <a:off x="8365068" y="6592023"/>
            <a:ext cx="650500" cy="261187"/>
          </a:xfrm>
          <a:prstGeom prst="rect">
            <a:avLst/>
          </a:prstGeom>
        </p:spPr>
        <p:txBody>
          <a:bodyPr/>
          <a:lstStyle>
            <a:lvl1pPr algn="ctr">
              <a:defRPr kumimoji="1" lang="ko-KR" altLang="en-US" sz="1200" kern="1200" smtClean="0">
                <a:solidFill>
                  <a:srgbClr val="3366FF"/>
                </a:solidFill>
                <a:latin typeface="HY헤드라인M" panose="02030600000101010101" pitchFamily="18" charset="-127"/>
                <a:ea typeface="HY헤드라인M" panose="02030600000101010101" pitchFamily="18" charset="-127"/>
                <a:cs typeface="+mn-cs"/>
              </a:defRPr>
            </a:lvl1pPr>
          </a:lstStyle>
          <a:p>
            <a:fld id="{08D006B4-DD64-43B7-816D-351BE851D9DC}" type="slidenum">
              <a:rPr lang="en-US" altLang="ko-KR" smtClean="0"/>
              <a:pPr/>
              <a:t>‹#›</a:t>
            </a:fld>
            <a:endParaRPr lang="en-US" dirty="0"/>
          </a:p>
        </p:txBody>
      </p:sp>
    </p:spTree>
    <p:extLst>
      <p:ext uri="{BB962C8B-B14F-4D97-AF65-F5344CB8AC3E}">
        <p14:creationId xmlns:p14="http://schemas.microsoft.com/office/powerpoint/2010/main" val="1186712962"/>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슬라이드 번호 개체 틀 6"/>
          <p:cNvSpPr>
            <a:spLocks noGrp="1"/>
          </p:cNvSpPr>
          <p:nvPr>
            <p:ph type="sldNum" sz="quarter" idx="4"/>
          </p:nvPr>
        </p:nvSpPr>
        <p:spPr>
          <a:xfrm>
            <a:off x="8365068" y="6592023"/>
            <a:ext cx="650500" cy="261187"/>
          </a:xfrm>
          <a:prstGeom prst="rect">
            <a:avLst/>
          </a:prstGeom>
        </p:spPr>
        <p:txBody>
          <a:bodyPr/>
          <a:lstStyle>
            <a:lvl1pPr algn="ctr">
              <a:defRPr kumimoji="1" lang="ko-KR" altLang="en-US" sz="1200" kern="1200" smtClean="0">
                <a:solidFill>
                  <a:srgbClr val="3366FF"/>
                </a:solidFill>
                <a:latin typeface="HY헤드라인M" panose="02030600000101010101" pitchFamily="18" charset="-127"/>
                <a:ea typeface="HY헤드라인M" panose="02030600000101010101" pitchFamily="18" charset="-127"/>
                <a:cs typeface="+mn-cs"/>
              </a:defRPr>
            </a:lvl1pPr>
          </a:lstStyle>
          <a:p>
            <a:fld id="{08D006B4-DD64-43B7-816D-351BE851D9DC}" type="slidenum">
              <a:rPr lang="en-US" altLang="ko-KR" smtClean="0"/>
              <a:pPr/>
              <a:t>‹#›</a:t>
            </a:fld>
            <a:endParaRPr lang="en-US" dirty="0"/>
          </a:p>
        </p:txBody>
      </p:sp>
    </p:spTree>
    <p:extLst>
      <p:ext uri="{BB962C8B-B14F-4D97-AF65-F5344CB8AC3E}">
        <p14:creationId xmlns:p14="http://schemas.microsoft.com/office/powerpoint/2010/main" val="42725686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연구배경_제목 및 내용">
    <p:spTree>
      <p:nvGrpSpPr>
        <p:cNvPr id="1" name=""/>
        <p:cNvGrpSpPr/>
        <p:nvPr/>
      </p:nvGrpSpPr>
      <p:grpSpPr>
        <a:xfrm>
          <a:off x="0" y="0"/>
          <a:ext cx="0" cy="0"/>
          <a:chOff x="0" y="0"/>
          <a:chExt cx="0" cy="0"/>
        </a:xfrm>
      </p:grpSpPr>
      <p:sp>
        <p:nvSpPr>
          <p:cNvPr id="3" name="내용 개체 틀 2"/>
          <p:cNvSpPr>
            <a:spLocks noGrp="1"/>
          </p:cNvSpPr>
          <p:nvPr>
            <p:ph idx="1"/>
          </p:nvPr>
        </p:nvSpPr>
        <p:spPr>
          <a:xfrm>
            <a:off x="589757" y="1447800"/>
            <a:ext cx="7964487" cy="4724400"/>
          </a:xfrm>
        </p:spPr>
        <p:txBody>
          <a:bodyPr/>
          <a:lstStyle>
            <a:lvl1pPr>
              <a:defRPr sz="1700">
                <a:latin typeface="+mn-lt"/>
              </a:defRPr>
            </a:lvl1pPr>
            <a:lvl2pPr>
              <a:defRPr sz="1550"/>
            </a:lvl2pPr>
            <a:lvl3pPr>
              <a:defRPr sz="1400"/>
            </a:lvl3pPr>
            <a:lvl4pPr>
              <a:defRPr sz="1250"/>
            </a:lvl4pPr>
            <a:lvl5pPr>
              <a:defRPr sz="1250"/>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8" name="제목 1"/>
          <p:cNvSpPr>
            <a:spLocks noGrp="1"/>
          </p:cNvSpPr>
          <p:nvPr>
            <p:ph type="title"/>
          </p:nvPr>
        </p:nvSpPr>
        <p:spPr>
          <a:xfrm>
            <a:off x="611984" y="350381"/>
            <a:ext cx="7920037" cy="597886"/>
          </a:xfrm>
          <a:prstGeom prst="rect">
            <a:avLst/>
          </a:prstGeom>
        </p:spPr>
        <p:txBody>
          <a:bodyPr/>
          <a:lstStyle>
            <a:lvl1pPr marL="0" algn="ctr" defTabSz="914400" rtl="0" eaLnBrk="0" fontAlgn="base" latinLnBrk="1" hangingPunct="0">
              <a:spcBef>
                <a:spcPct val="0"/>
              </a:spcBef>
              <a:spcAft>
                <a:spcPct val="0"/>
              </a:spcAft>
              <a:defRPr kumimoji="1" lang="ko-KR" altLang="en-US" sz="2800" b="1" baseline="0" dirty="0">
                <a:solidFill>
                  <a:srgbClr val="02197C"/>
                </a:solidFill>
                <a:effectLst>
                  <a:outerShdw blurRad="38100" dist="38100" dir="2700000" algn="tl">
                    <a:srgbClr val="000000">
                      <a:alpha val="43137"/>
                    </a:srgbClr>
                  </a:outerShdw>
                </a:effectLst>
                <a:latin typeface="Arial" panose="020B0604020202020204" pitchFamily="34" charset="0"/>
                <a:ea typeface="맑은 고딕" panose="020B0503020000020004" pitchFamily="50" charset="-127"/>
                <a:cs typeface="Verdana" pitchFamily="34" charset="0"/>
              </a:defRPr>
            </a:lvl1pPr>
          </a:lstStyle>
          <a:p>
            <a:r>
              <a:rPr lang="ko-KR" altLang="en-US" dirty="0"/>
              <a:t>마스터 제목 스타일 편집</a:t>
            </a:r>
          </a:p>
        </p:txBody>
      </p:sp>
      <p:graphicFrame>
        <p:nvGraphicFramePr>
          <p:cNvPr id="2" name="표 1"/>
          <p:cNvGraphicFramePr>
            <a:graphicFrameLocks noGrp="1"/>
          </p:cNvGraphicFramePr>
          <p:nvPr userDrawn="1">
            <p:extLst>
              <p:ext uri="{D42A27DB-BD31-4B8C-83A1-F6EECF244321}">
                <p14:modId xmlns:p14="http://schemas.microsoft.com/office/powerpoint/2010/main" val="2001220252"/>
              </p:ext>
            </p:extLst>
          </p:nvPr>
        </p:nvGraphicFramePr>
        <p:xfrm>
          <a:off x="0" y="0"/>
          <a:ext cx="9144000" cy="25908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209550">
                <a:tc>
                  <a:txBody>
                    <a:bodyPr/>
                    <a:lstStyle/>
                    <a:p>
                      <a:pPr algn="ctr"/>
                      <a:r>
                        <a:rPr lang="ko-KR" altLang="en-US" sz="1100" dirty="0">
                          <a:solidFill>
                            <a:sysClr val="windowText" lastClr="000000"/>
                          </a:solidFill>
                          <a:latin typeface="맑은 고딕" pitchFamily="50" charset="-127"/>
                          <a:ea typeface="맑은 고딕" pitchFamily="50" charset="-127"/>
                        </a:rPr>
                        <a:t>연구배경</a:t>
                      </a:r>
                    </a:p>
                  </a:txBody>
                  <a:tcPr>
                    <a:solidFill>
                      <a:srgbClr val="ABE9FF"/>
                    </a:solidFill>
                  </a:tcPr>
                </a:tc>
                <a:tc>
                  <a:txBody>
                    <a:bodyPr/>
                    <a:lstStyle/>
                    <a:p>
                      <a:pPr algn="ctr"/>
                      <a:r>
                        <a:rPr lang="ko-KR" altLang="en-US" sz="1100" dirty="0">
                          <a:latin typeface="맑은 고딕" pitchFamily="50" charset="-127"/>
                          <a:ea typeface="맑은 고딕" pitchFamily="50" charset="-127"/>
                        </a:rPr>
                        <a:t>연구내용</a:t>
                      </a:r>
                    </a:p>
                  </a:txBody>
                  <a:tcPr>
                    <a:solidFill>
                      <a:schemeClr val="bg1">
                        <a:lumMod val="85000"/>
                      </a:schemeClr>
                    </a:solidFill>
                  </a:tcPr>
                </a:tc>
                <a:tc>
                  <a:txBody>
                    <a:bodyPr/>
                    <a:lstStyle/>
                    <a:p>
                      <a:pPr algn="ctr"/>
                      <a:r>
                        <a:rPr lang="ko-KR" altLang="en-US" sz="1100" dirty="0">
                          <a:latin typeface="맑은 고딕" pitchFamily="50" charset="-127"/>
                          <a:ea typeface="맑은 고딕" pitchFamily="50" charset="-127"/>
                        </a:rPr>
                        <a:t>창의성 및 도전성</a:t>
                      </a:r>
                    </a:p>
                  </a:txBody>
                  <a:tcPr>
                    <a:solidFill>
                      <a:schemeClr val="bg1">
                        <a:lumMod val="85000"/>
                      </a:schemeClr>
                    </a:solidFill>
                  </a:tcPr>
                </a:tc>
                <a:tc>
                  <a:txBody>
                    <a:bodyPr/>
                    <a:lstStyle/>
                    <a:p>
                      <a:pPr algn="ctr"/>
                      <a:r>
                        <a:rPr lang="ko-KR" altLang="en-US" sz="1100" dirty="0">
                          <a:latin typeface="맑은 고딕" pitchFamily="50" charset="-127"/>
                          <a:ea typeface="맑은 고딕" pitchFamily="50" charset="-127"/>
                        </a:rPr>
                        <a:t>추진체계 및 전략</a:t>
                      </a:r>
                    </a:p>
                  </a:txBody>
                  <a:tcPr>
                    <a:solidFill>
                      <a:schemeClr val="bg1">
                        <a:lumMod val="85000"/>
                      </a:schemeClr>
                    </a:solidFill>
                  </a:tcPr>
                </a:tc>
                <a:extLst>
                  <a:ext uri="{0D108BD9-81ED-4DB2-BD59-A6C34878D82A}">
                    <a16:rowId xmlns:a16="http://schemas.microsoft.com/office/drawing/2014/main" val="10000"/>
                  </a:ext>
                </a:extLst>
              </a:tr>
            </a:tbl>
          </a:graphicData>
        </a:graphic>
      </p:graphicFrame>
      <p:sp>
        <p:nvSpPr>
          <p:cNvPr id="5" name="슬라이드 번호 개체 틀 6">
            <a:extLst>
              <a:ext uri="{FF2B5EF4-FFF2-40B4-BE49-F238E27FC236}">
                <a16:creationId xmlns:a16="http://schemas.microsoft.com/office/drawing/2014/main" id="{5129175A-C5E3-4B2B-9F0B-D91FA32872D4}"/>
              </a:ext>
            </a:extLst>
          </p:cNvPr>
          <p:cNvSpPr>
            <a:spLocks noGrp="1"/>
          </p:cNvSpPr>
          <p:nvPr>
            <p:ph type="sldNum" sz="quarter" idx="4"/>
          </p:nvPr>
        </p:nvSpPr>
        <p:spPr>
          <a:xfrm>
            <a:off x="8365068" y="6600988"/>
            <a:ext cx="650500" cy="261187"/>
          </a:xfrm>
          <a:prstGeom prst="rect">
            <a:avLst/>
          </a:prstGeom>
        </p:spPr>
        <p:txBody>
          <a:bodyPr/>
          <a:lstStyle>
            <a:lvl1pPr algn="ctr">
              <a:defRPr kumimoji="1" lang="ko-KR" altLang="en-US" sz="1200" kern="1200" smtClean="0">
                <a:solidFill>
                  <a:srgbClr val="3366FF"/>
                </a:solidFill>
                <a:latin typeface="HY헤드라인M" panose="02030600000101010101" pitchFamily="18" charset="-127"/>
                <a:ea typeface="HY헤드라인M" panose="02030600000101010101" pitchFamily="18" charset="-127"/>
                <a:cs typeface="+mn-cs"/>
              </a:defRPr>
            </a:lvl1pPr>
          </a:lstStyle>
          <a:p>
            <a:fld id="{08D006B4-DD64-43B7-816D-351BE851D9DC}" type="slidenum">
              <a:rPr lang="en-US" altLang="ko-KR" smtClean="0"/>
              <a:pPr/>
              <a:t>‹#›</a:t>
            </a:fld>
            <a:endParaRPr lang="en-US" dirty="0"/>
          </a:p>
        </p:txBody>
      </p:sp>
    </p:spTree>
    <p:extLst>
      <p:ext uri="{BB962C8B-B14F-4D97-AF65-F5344CB8AC3E}">
        <p14:creationId xmlns:p14="http://schemas.microsoft.com/office/powerpoint/2010/main" val="432235191"/>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연구배경_제목만">
    <p:spTree>
      <p:nvGrpSpPr>
        <p:cNvPr id="1" name=""/>
        <p:cNvGrpSpPr/>
        <p:nvPr/>
      </p:nvGrpSpPr>
      <p:grpSpPr>
        <a:xfrm>
          <a:off x="0" y="0"/>
          <a:ext cx="0" cy="0"/>
          <a:chOff x="0" y="0"/>
          <a:chExt cx="0" cy="0"/>
        </a:xfrm>
      </p:grpSpPr>
      <p:sp>
        <p:nvSpPr>
          <p:cNvPr id="6" name="제목 1"/>
          <p:cNvSpPr>
            <a:spLocks noGrp="1"/>
          </p:cNvSpPr>
          <p:nvPr>
            <p:ph type="title"/>
          </p:nvPr>
        </p:nvSpPr>
        <p:spPr>
          <a:xfrm>
            <a:off x="611984" y="350381"/>
            <a:ext cx="7920037" cy="597886"/>
          </a:xfrm>
          <a:prstGeom prst="rect">
            <a:avLst/>
          </a:prstGeom>
        </p:spPr>
        <p:txBody>
          <a:bodyPr/>
          <a:lstStyle>
            <a:lvl1pPr algn="ctr" rtl="0" eaLnBrk="0" fontAlgn="base" latinLnBrk="1" hangingPunct="0">
              <a:spcBef>
                <a:spcPct val="0"/>
              </a:spcBef>
              <a:spcAft>
                <a:spcPct val="0"/>
              </a:spcAft>
              <a:defRPr kumimoji="1" lang="ko-KR" altLang="en-US" sz="2800" b="1" baseline="0" dirty="0">
                <a:solidFill>
                  <a:srgbClr val="02197C"/>
                </a:solidFill>
                <a:effectLst>
                  <a:outerShdw blurRad="38100" dist="38100" dir="2700000" algn="tl">
                    <a:srgbClr val="000000">
                      <a:alpha val="43137"/>
                    </a:srgbClr>
                  </a:outerShdw>
                </a:effectLst>
                <a:latin typeface="Arial" panose="020B0604020202020204" pitchFamily="34" charset="0"/>
                <a:ea typeface="맑은 고딕" panose="020B0503020000020004" pitchFamily="50" charset="-127"/>
                <a:cs typeface="Verdana" pitchFamily="34" charset="0"/>
              </a:defRPr>
            </a:lvl1pPr>
          </a:lstStyle>
          <a:p>
            <a:r>
              <a:rPr lang="ko-KR" altLang="en-US" dirty="0"/>
              <a:t>마스터 제목 스타일 편집</a:t>
            </a:r>
          </a:p>
        </p:txBody>
      </p:sp>
      <p:graphicFrame>
        <p:nvGraphicFramePr>
          <p:cNvPr id="8" name="표 7"/>
          <p:cNvGraphicFramePr>
            <a:graphicFrameLocks noGrp="1"/>
          </p:cNvGraphicFramePr>
          <p:nvPr userDrawn="1">
            <p:extLst>
              <p:ext uri="{D42A27DB-BD31-4B8C-83A1-F6EECF244321}">
                <p14:modId xmlns:p14="http://schemas.microsoft.com/office/powerpoint/2010/main" val="2210016183"/>
              </p:ext>
            </p:extLst>
          </p:nvPr>
        </p:nvGraphicFramePr>
        <p:xfrm>
          <a:off x="0" y="0"/>
          <a:ext cx="9144000" cy="25908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209550">
                <a:tc>
                  <a:txBody>
                    <a:bodyPr/>
                    <a:lstStyle/>
                    <a:p>
                      <a:pPr algn="ctr"/>
                      <a:r>
                        <a:rPr lang="ko-KR" altLang="en-US" sz="1100" dirty="0">
                          <a:solidFill>
                            <a:sysClr val="windowText" lastClr="000000"/>
                          </a:solidFill>
                          <a:latin typeface="맑은 고딕" pitchFamily="50" charset="-127"/>
                          <a:ea typeface="맑은 고딕" pitchFamily="50" charset="-127"/>
                        </a:rPr>
                        <a:t>연구배경</a:t>
                      </a:r>
                    </a:p>
                  </a:txBody>
                  <a:tcPr>
                    <a:solidFill>
                      <a:srgbClr val="ABE9FF"/>
                    </a:solidFill>
                  </a:tcPr>
                </a:tc>
                <a:tc>
                  <a:txBody>
                    <a:bodyPr/>
                    <a:lstStyle/>
                    <a:p>
                      <a:pPr algn="ctr"/>
                      <a:r>
                        <a:rPr lang="ko-KR" altLang="en-US" sz="1100" dirty="0">
                          <a:latin typeface="맑은 고딕" pitchFamily="50" charset="-127"/>
                          <a:ea typeface="맑은 고딕" pitchFamily="50" charset="-127"/>
                        </a:rPr>
                        <a:t>연구내용</a:t>
                      </a:r>
                    </a:p>
                  </a:txBody>
                  <a:tcPr>
                    <a:solidFill>
                      <a:schemeClr val="bg1">
                        <a:lumMod val="85000"/>
                      </a:schemeClr>
                    </a:solidFill>
                  </a:tcPr>
                </a:tc>
                <a:tc>
                  <a:txBody>
                    <a:bodyPr/>
                    <a:lstStyle/>
                    <a:p>
                      <a:pPr algn="ctr"/>
                      <a:r>
                        <a:rPr lang="ko-KR" altLang="en-US" sz="1100" dirty="0">
                          <a:latin typeface="맑은 고딕" pitchFamily="50" charset="-127"/>
                          <a:ea typeface="맑은 고딕" pitchFamily="50" charset="-127"/>
                        </a:rPr>
                        <a:t>창의성 및 도전성</a:t>
                      </a:r>
                    </a:p>
                  </a:txBody>
                  <a:tcPr>
                    <a:solidFill>
                      <a:schemeClr val="bg1">
                        <a:lumMod val="85000"/>
                      </a:schemeClr>
                    </a:solidFill>
                  </a:tcPr>
                </a:tc>
                <a:tc>
                  <a:txBody>
                    <a:bodyPr/>
                    <a:lstStyle/>
                    <a:p>
                      <a:pPr algn="ctr"/>
                      <a:r>
                        <a:rPr lang="ko-KR" altLang="en-US" sz="1100" dirty="0">
                          <a:latin typeface="맑은 고딕" pitchFamily="50" charset="-127"/>
                          <a:ea typeface="맑은 고딕" pitchFamily="50" charset="-127"/>
                        </a:rPr>
                        <a:t>추진체계 및 전략</a:t>
                      </a:r>
                    </a:p>
                  </a:txBody>
                  <a:tcPr>
                    <a:solidFill>
                      <a:schemeClr val="bg1">
                        <a:lumMod val="85000"/>
                      </a:schemeClr>
                    </a:solidFill>
                  </a:tcPr>
                </a:tc>
                <a:extLst>
                  <a:ext uri="{0D108BD9-81ED-4DB2-BD59-A6C34878D82A}">
                    <a16:rowId xmlns:a16="http://schemas.microsoft.com/office/drawing/2014/main" val="10000"/>
                  </a:ext>
                </a:extLst>
              </a:tr>
            </a:tbl>
          </a:graphicData>
        </a:graphic>
      </p:graphicFrame>
      <p:sp>
        <p:nvSpPr>
          <p:cNvPr id="4" name="슬라이드 번호 개체 틀 6">
            <a:extLst>
              <a:ext uri="{FF2B5EF4-FFF2-40B4-BE49-F238E27FC236}">
                <a16:creationId xmlns:a16="http://schemas.microsoft.com/office/drawing/2014/main" id="{A81B2D8D-C316-4CD2-81EF-D587CE6DC651}"/>
              </a:ext>
            </a:extLst>
          </p:cNvPr>
          <p:cNvSpPr>
            <a:spLocks noGrp="1"/>
          </p:cNvSpPr>
          <p:nvPr>
            <p:ph type="sldNum" sz="quarter" idx="4"/>
          </p:nvPr>
        </p:nvSpPr>
        <p:spPr>
          <a:xfrm>
            <a:off x="8365068" y="6592023"/>
            <a:ext cx="650500" cy="261187"/>
          </a:xfrm>
          <a:prstGeom prst="rect">
            <a:avLst/>
          </a:prstGeom>
        </p:spPr>
        <p:txBody>
          <a:bodyPr/>
          <a:lstStyle>
            <a:lvl1pPr algn="ctr">
              <a:defRPr kumimoji="1" lang="ko-KR" altLang="en-US" sz="1200" kern="1200" smtClean="0">
                <a:solidFill>
                  <a:srgbClr val="3366FF"/>
                </a:solidFill>
                <a:latin typeface="HY헤드라인M" panose="02030600000101010101" pitchFamily="18" charset="-127"/>
                <a:ea typeface="HY헤드라인M" panose="02030600000101010101" pitchFamily="18" charset="-127"/>
                <a:cs typeface="+mn-cs"/>
              </a:defRPr>
            </a:lvl1pPr>
          </a:lstStyle>
          <a:p>
            <a:fld id="{08D006B4-DD64-43B7-816D-351BE851D9DC}" type="slidenum">
              <a:rPr lang="en-US" altLang="ko-KR" smtClean="0"/>
              <a:pPr/>
              <a:t>‹#›</a:t>
            </a:fld>
            <a:endParaRPr lang="en-US" dirty="0"/>
          </a:p>
        </p:txBody>
      </p:sp>
    </p:spTree>
    <p:extLst>
      <p:ext uri="{BB962C8B-B14F-4D97-AF65-F5344CB8AC3E}">
        <p14:creationId xmlns:p14="http://schemas.microsoft.com/office/powerpoint/2010/main" val="10011069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연구내용_제목 및 내용">
    <p:spTree>
      <p:nvGrpSpPr>
        <p:cNvPr id="1" name=""/>
        <p:cNvGrpSpPr/>
        <p:nvPr/>
      </p:nvGrpSpPr>
      <p:grpSpPr>
        <a:xfrm>
          <a:off x="0" y="0"/>
          <a:ext cx="0" cy="0"/>
          <a:chOff x="0" y="0"/>
          <a:chExt cx="0" cy="0"/>
        </a:xfrm>
      </p:grpSpPr>
      <p:sp>
        <p:nvSpPr>
          <p:cNvPr id="3" name="내용 개체 틀 2"/>
          <p:cNvSpPr>
            <a:spLocks noGrp="1"/>
          </p:cNvSpPr>
          <p:nvPr>
            <p:ph idx="1"/>
          </p:nvPr>
        </p:nvSpPr>
        <p:spPr>
          <a:xfrm>
            <a:off x="589757" y="1447800"/>
            <a:ext cx="7964487" cy="4724400"/>
          </a:xfrm>
        </p:spPr>
        <p:txBody>
          <a:bodyPr/>
          <a:lstStyle>
            <a:lvl1pPr>
              <a:defRPr sz="1700">
                <a:latin typeface="+mn-lt"/>
              </a:defRPr>
            </a:lvl1pPr>
            <a:lvl2pPr>
              <a:defRPr sz="1550"/>
            </a:lvl2pPr>
            <a:lvl3pPr>
              <a:defRPr sz="1400"/>
            </a:lvl3pPr>
            <a:lvl4pPr>
              <a:defRPr sz="1250"/>
            </a:lvl4pPr>
            <a:lvl5pPr>
              <a:defRPr sz="1250"/>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8" name="제목 1"/>
          <p:cNvSpPr>
            <a:spLocks noGrp="1"/>
          </p:cNvSpPr>
          <p:nvPr>
            <p:ph type="title"/>
          </p:nvPr>
        </p:nvSpPr>
        <p:spPr>
          <a:xfrm>
            <a:off x="611984" y="350381"/>
            <a:ext cx="7920037" cy="597886"/>
          </a:xfrm>
          <a:prstGeom prst="rect">
            <a:avLst/>
          </a:prstGeom>
        </p:spPr>
        <p:txBody>
          <a:bodyPr/>
          <a:lstStyle>
            <a:lvl1pPr marL="0" algn="ctr" defTabSz="914400" rtl="0" eaLnBrk="0" fontAlgn="base" latinLnBrk="1" hangingPunct="0">
              <a:spcBef>
                <a:spcPct val="0"/>
              </a:spcBef>
              <a:spcAft>
                <a:spcPct val="0"/>
              </a:spcAft>
              <a:defRPr kumimoji="1" lang="ko-KR" altLang="en-US" sz="2800" b="1" baseline="0" dirty="0">
                <a:solidFill>
                  <a:srgbClr val="02197C"/>
                </a:solidFill>
                <a:effectLst>
                  <a:outerShdw blurRad="38100" dist="38100" dir="2700000" algn="tl">
                    <a:srgbClr val="000000">
                      <a:alpha val="43137"/>
                    </a:srgbClr>
                  </a:outerShdw>
                </a:effectLst>
                <a:latin typeface="Arial" panose="020B0604020202020204" pitchFamily="34" charset="0"/>
                <a:ea typeface="맑은 고딕" panose="020B0503020000020004" pitchFamily="50" charset="-127"/>
                <a:cs typeface="Verdana" pitchFamily="34" charset="0"/>
              </a:defRPr>
            </a:lvl1pPr>
          </a:lstStyle>
          <a:p>
            <a:r>
              <a:rPr lang="ko-KR" altLang="en-US" dirty="0"/>
              <a:t>마스터 제목 스타일 편집</a:t>
            </a:r>
          </a:p>
        </p:txBody>
      </p:sp>
      <p:graphicFrame>
        <p:nvGraphicFramePr>
          <p:cNvPr id="2" name="표 1"/>
          <p:cNvGraphicFramePr>
            <a:graphicFrameLocks noGrp="1"/>
          </p:cNvGraphicFramePr>
          <p:nvPr userDrawn="1">
            <p:extLst>
              <p:ext uri="{D42A27DB-BD31-4B8C-83A1-F6EECF244321}">
                <p14:modId xmlns:p14="http://schemas.microsoft.com/office/powerpoint/2010/main" val="416491582"/>
              </p:ext>
            </p:extLst>
          </p:nvPr>
        </p:nvGraphicFramePr>
        <p:xfrm>
          <a:off x="0" y="0"/>
          <a:ext cx="9144000" cy="25908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209550">
                <a:tc>
                  <a:txBody>
                    <a:bodyPr/>
                    <a:lstStyle/>
                    <a:p>
                      <a:pPr algn="ctr"/>
                      <a:r>
                        <a:rPr lang="ko-KR" altLang="en-US" sz="1100" dirty="0">
                          <a:latin typeface="맑은 고딕" pitchFamily="50" charset="-127"/>
                          <a:ea typeface="맑은 고딕" pitchFamily="50" charset="-127"/>
                        </a:rPr>
                        <a:t>연구배경</a:t>
                      </a:r>
                    </a:p>
                  </a:txBody>
                  <a:tcPr>
                    <a:solidFill>
                      <a:schemeClr val="bg1">
                        <a:lumMod val="85000"/>
                      </a:schemeClr>
                    </a:solidFill>
                  </a:tcPr>
                </a:tc>
                <a:tc>
                  <a:txBody>
                    <a:bodyPr/>
                    <a:lstStyle/>
                    <a:p>
                      <a:pPr algn="ctr"/>
                      <a:r>
                        <a:rPr lang="ko-KR" altLang="en-US" sz="1100" dirty="0">
                          <a:solidFill>
                            <a:sysClr val="windowText" lastClr="000000"/>
                          </a:solidFill>
                          <a:latin typeface="맑은 고딕" pitchFamily="50" charset="-127"/>
                          <a:ea typeface="맑은 고딕" pitchFamily="50" charset="-127"/>
                        </a:rPr>
                        <a:t>연구내용</a:t>
                      </a:r>
                    </a:p>
                  </a:txBody>
                  <a:tcPr>
                    <a:solidFill>
                      <a:srgbClr val="FFC3B9"/>
                    </a:solidFill>
                  </a:tcPr>
                </a:tc>
                <a:tc>
                  <a:txBody>
                    <a:bodyPr/>
                    <a:lstStyle/>
                    <a:p>
                      <a:pPr algn="ctr"/>
                      <a:r>
                        <a:rPr lang="ko-KR" altLang="en-US" sz="1100" dirty="0">
                          <a:latin typeface="맑은 고딕" pitchFamily="50" charset="-127"/>
                          <a:ea typeface="맑은 고딕" pitchFamily="50" charset="-127"/>
                        </a:rPr>
                        <a:t>창의성 및 도전성</a:t>
                      </a:r>
                    </a:p>
                  </a:txBody>
                  <a:tcPr>
                    <a:solidFill>
                      <a:schemeClr val="bg1">
                        <a:lumMod val="85000"/>
                      </a:schemeClr>
                    </a:solidFill>
                  </a:tcPr>
                </a:tc>
                <a:tc>
                  <a:txBody>
                    <a:bodyPr/>
                    <a:lstStyle/>
                    <a:p>
                      <a:pPr algn="ctr"/>
                      <a:r>
                        <a:rPr lang="ko-KR" altLang="en-US" sz="1100" dirty="0">
                          <a:latin typeface="맑은 고딕" pitchFamily="50" charset="-127"/>
                          <a:ea typeface="맑은 고딕" pitchFamily="50" charset="-127"/>
                        </a:rPr>
                        <a:t>추진체계 및 전략</a:t>
                      </a:r>
                    </a:p>
                  </a:txBody>
                  <a:tcPr>
                    <a:solidFill>
                      <a:schemeClr val="bg1">
                        <a:lumMod val="85000"/>
                      </a:schemeClr>
                    </a:solidFill>
                  </a:tcPr>
                </a:tc>
                <a:extLst>
                  <a:ext uri="{0D108BD9-81ED-4DB2-BD59-A6C34878D82A}">
                    <a16:rowId xmlns:a16="http://schemas.microsoft.com/office/drawing/2014/main" val="10000"/>
                  </a:ext>
                </a:extLst>
              </a:tr>
            </a:tbl>
          </a:graphicData>
        </a:graphic>
      </p:graphicFrame>
      <p:sp>
        <p:nvSpPr>
          <p:cNvPr id="5" name="슬라이드 번호 개체 틀 6">
            <a:extLst>
              <a:ext uri="{FF2B5EF4-FFF2-40B4-BE49-F238E27FC236}">
                <a16:creationId xmlns:a16="http://schemas.microsoft.com/office/drawing/2014/main" id="{8145DB59-71D8-4EB0-B976-FE6A0DD5771F}"/>
              </a:ext>
            </a:extLst>
          </p:cNvPr>
          <p:cNvSpPr>
            <a:spLocks noGrp="1"/>
          </p:cNvSpPr>
          <p:nvPr>
            <p:ph type="sldNum" sz="quarter" idx="4"/>
          </p:nvPr>
        </p:nvSpPr>
        <p:spPr>
          <a:xfrm>
            <a:off x="8365068" y="6592023"/>
            <a:ext cx="650500" cy="261187"/>
          </a:xfrm>
          <a:prstGeom prst="rect">
            <a:avLst/>
          </a:prstGeom>
        </p:spPr>
        <p:txBody>
          <a:bodyPr/>
          <a:lstStyle>
            <a:lvl1pPr algn="ctr">
              <a:defRPr kumimoji="1" lang="ko-KR" altLang="en-US" sz="1200" kern="1200" smtClean="0">
                <a:solidFill>
                  <a:srgbClr val="3366FF"/>
                </a:solidFill>
                <a:latin typeface="HY헤드라인M" panose="02030600000101010101" pitchFamily="18" charset="-127"/>
                <a:ea typeface="HY헤드라인M" panose="02030600000101010101" pitchFamily="18" charset="-127"/>
                <a:cs typeface="+mn-cs"/>
              </a:defRPr>
            </a:lvl1pPr>
          </a:lstStyle>
          <a:p>
            <a:fld id="{08D006B4-DD64-43B7-816D-351BE851D9DC}" type="slidenum">
              <a:rPr lang="en-US" altLang="ko-KR" smtClean="0"/>
              <a:pPr/>
              <a:t>‹#›</a:t>
            </a:fld>
            <a:endParaRPr lang="en-US" dirty="0"/>
          </a:p>
        </p:txBody>
      </p:sp>
    </p:spTree>
    <p:extLst>
      <p:ext uri="{BB962C8B-B14F-4D97-AF65-F5344CB8AC3E}">
        <p14:creationId xmlns:p14="http://schemas.microsoft.com/office/powerpoint/2010/main" val="4174246365"/>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연구내용_제목만">
    <p:spTree>
      <p:nvGrpSpPr>
        <p:cNvPr id="1" name=""/>
        <p:cNvGrpSpPr/>
        <p:nvPr/>
      </p:nvGrpSpPr>
      <p:grpSpPr>
        <a:xfrm>
          <a:off x="0" y="0"/>
          <a:ext cx="0" cy="0"/>
          <a:chOff x="0" y="0"/>
          <a:chExt cx="0" cy="0"/>
        </a:xfrm>
      </p:grpSpPr>
      <p:sp>
        <p:nvSpPr>
          <p:cNvPr id="6" name="제목 1"/>
          <p:cNvSpPr>
            <a:spLocks noGrp="1"/>
          </p:cNvSpPr>
          <p:nvPr>
            <p:ph type="title"/>
          </p:nvPr>
        </p:nvSpPr>
        <p:spPr>
          <a:xfrm>
            <a:off x="611984" y="350381"/>
            <a:ext cx="7920037" cy="597886"/>
          </a:xfrm>
          <a:prstGeom prst="rect">
            <a:avLst/>
          </a:prstGeom>
        </p:spPr>
        <p:txBody>
          <a:bodyPr/>
          <a:lstStyle>
            <a:lvl1pPr algn="ctr" rtl="0" eaLnBrk="0" fontAlgn="base" latinLnBrk="1" hangingPunct="0">
              <a:spcBef>
                <a:spcPct val="0"/>
              </a:spcBef>
              <a:spcAft>
                <a:spcPct val="0"/>
              </a:spcAft>
              <a:defRPr kumimoji="1" lang="ko-KR" altLang="en-US" sz="2800" b="1" baseline="0" dirty="0">
                <a:solidFill>
                  <a:srgbClr val="02197C"/>
                </a:solidFill>
                <a:effectLst>
                  <a:outerShdw blurRad="38100" dist="38100" dir="2700000" algn="tl">
                    <a:srgbClr val="000000">
                      <a:alpha val="43137"/>
                    </a:srgbClr>
                  </a:outerShdw>
                </a:effectLst>
                <a:latin typeface="Arial" panose="020B0604020202020204" pitchFamily="34" charset="0"/>
                <a:ea typeface="맑은 고딕" panose="020B0503020000020004" pitchFamily="50" charset="-127"/>
                <a:cs typeface="Verdana" pitchFamily="34" charset="0"/>
              </a:defRPr>
            </a:lvl1pPr>
          </a:lstStyle>
          <a:p>
            <a:r>
              <a:rPr lang="ko-KR" altLang="en-US" dirty="0"/>
              <a:t>마스터 제목 스타일 편집</a:t>
            </a:r>
          </a:p>
        </p:txBody>
      </p:sp>
      <p:graphicFrame>
        <p:nvGraphicFramePr>
          <p:cNvPr id="8" name="표 7"/>
          <p:cNvGraphicFramePr>
            <a:graphicFrameLocks noGrp="1"/>
          </p:cNvGraphicFramePr>
          <p:nvPr userDrawn="1">
            <p:extLst>
              <p:ext uri="{D42A27DB-BD31-4B8C-83A1-F6EECF244321}">
                <p14:modId xmlns:p14="http://schemas.microsoft.com/office/powerpoint/2010/main" val="2778087999"/>
              </p:ext>
            </p:extLst>
          </p:nvPr>
        </p:nvGraphicFramePr>
        <p:xfrm>
          <a:off x="0" y="0"/>
          <a:ext cx="9144000" cy="25908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209550">
                <a:tc>
                  <a:txBody>
                    <a:bodyPr/>
                    <a:lstStyle/>
                    <a:p>
                      <a:pPr algn="ctr"/>
                      <a:r>
                        <a:rPr lang="ko-KR" altLang="en-US" sz="1100" dirty="0">
                          <a:latin typeface="맑은 고딕" pitchFamily="50" charset="-127"/>
                          <a:ea typeface="맑은 고딕" pitchFamily="50" charset="-127"/>
                        </a:rPr>
                        <a:t>연구배경</a:t>
                      </a:r>
                    </a:p>
                  </a:txBody>
                  <a:tcPr>
                    <a:solidFill>
                      <a:schemeClr val="bg1">
                        <a:lumMod val="85000"/>
                      </a:schemeClr>
                    </a:solidFill>
                  </a:tcPr>
                </a:tc>
                <a:tc>
                  <a:txBody>
                    <a:bodyPr/>
                    <a:lstStyle/>
                    <a:p>
                      <a:pPr algn="ctr"/>
                      <a:r>
                        <a:rPr lang="ko-KR" altLang="en-US" sz="1100" dirty="0">
                          <a:solidFill>
                            <a:sysClr val="windowText" lastClr="000000"/>
                          </a:solidFill>
                          <a:latin typeface="맑은 고딕" pitchFamily="50" charset="-127"/>
                          <a:ea typeface="맑은 고딕" pitchFamily="50" charset="-127"/>
                        </a:rPr>
                        <a:t>연구내용</a:t>
                      </a:r>
                    </a:p>
                  </a:txBody>
                  <a:tcPr>
                    <a:solidFill>
                      <a:srgbClr val="FFC3B9"/>
                    </a:solidFill>
                  </a:tcPr>
                </a:tc>
                <a:tc>
                  <a:txBody>
                    <a:bodyPr/>
                    <a:lstStyle/>
                    <a:p>
                      <a:pPr algn="ctr"/>
                      <a:r>
                        <a:rPr lang="ko-KR" altLang="en-US" sz="1100" dirty="0">
                          <a:latin typeface="맑은 고딕" pitchFamily="50" charset="-127"/>
                          <a:ea typeface="맑은 고딕" pitchFamily="50" charset="-127"/>
                        </a:rPr>
                        <a:t>창의성 및 도전성</a:t>
                      </a:r>
                    </a:p>
                  </a:txBody>
                  <a:tcPr>
                    <a:solidFill>
                      <a:schemeClr val="bg1">
                        <a:lumMod val="85000"/>
                      </a:schemeClr>
                    </a:solidFill>
                  </a:tcPr>
                </a:tc>
                <a:tc>
                  <a:txBody>
                    <a:bodyPr/>
                    <a:lstStyle/>
                    <a:p>
                      <a:pPr algn="ctr"/>
                      <a:r>
                        <a:rPr lang="ko-KR" altLang="en-US" sz="1100" dirty="0">
                          <a:latin typeface="맑은 고딕" pitchFamily="50" charset="-127"/>
                          <a:ea typeface="맑은 고딕" pitchFamily="50" charset="-127"/>
                        </a:rPr>
                        <a:t>추진체계 및 전략</a:t>
                      </a:r>
                    </a:p>
                  </a:txBody>
                  <a:tcPr>
                    <a:solidFill>
                      <a:schemeClr val="bg1">
                        <a:lumMod val="85000"/>
                      </a:schemeClr>
                    </a:solidFill>
                  </a:tcPr>
                </a:tc>
                <a:extLst>
                  <a:ext uri="{0D108BD9-81ED-4DB2-BD59-A6C34878D82A}">
                    <a16:rowId xmlns:a16="http://schemas.microsoft.com/office/drawing/2014/main" val="10000"/>
                  </a:ext>
                </a:extLst>
              </a:tr>
            </a:tbl>
          </a:graphicData>
        </a:graphic>
      </p:graphicFrame>
      <p:sp>
        <p:nvSpPr>
          <p:cNvPr id="4" name="슬라이드 번호 개체 틀 6">
            <a:extLst>
              <a:ext uri="{FF2B5EF4-FFF2-40B4-BE49-F238E27FC236}">
                <a16:creationId xmlns:a16="http://schemas.microsoft.com/office/drawing/2014/main" id="{256DA981-51FA-4073-B1EC-12CAFB917908}"/>
              </a:ext>
            </a:extLst>
          </p:cNvPr>
          <p:cNvSpPr>
            <a:spLocks noGrp="1"/>
          </p:cNvSpPr>
          <p:nvPr>
            <p:ph type="sldNum" sz="quarter" idx="4"/>
          </p:nvPr>
        </p:nvSpPr>
        <p:spPr>
          <a:xfrm>
            <a:off x="8365068" y="6592023"/>
            <a:ext cx="650500" cy="261187"/>
          </a:xfrm>
          <a:prstGeom prst="rect">
            <a:avLst/>
          </a:prstGeom>
        </p:spPr>
        <p:txBody>
          <a:bodyPr/>
          <a:lstStyle>
            <a:lvl1pPr algn="ctr">
              <a:defRPr kumimoji="1" lang="ko-KR" altLang="en-US" sz="1200" kern="1200" smtClean="0">
                <a:solidFill>
                  <a:srgbClr val="3366FF"/>
                </a:solidFill>
                <a:latin typeface="HY헤드라인M" panose="02030600000101010101" pitchFamily="18" charset="-127"/>
                <a:ea typeface="HY헤드라인M" panose="02030600000101010101" pitchFamily="18" charset="-127"/>
                <a:cs typeface="+mn-cs"/>
              </a:defRPr>
            </a:lvl1pPr>
          </a:lstStyle>
          <a:p>
            <a:fld id="{08D006B4-DD64-43B7-816D-351BE851D9DC}" type="slidenum">
              <a:rPr lang="en-US" altLang="ko-KR" smtClean="0"/>
              <a:pPr/>
              <a:t>‹#›</a:t>
            </a:fld>
            <a:endParaRPr lang="en-US" dirty="0"/>
          </a:p>
        </p:txBody>
      </p:sp>
    </p:spTree>
    <p:extLst>
      <p:ext uri="{BB962C8B-B14F-4D97-AF65-F5344CB8AC3E}">
        <p14:creationId xmlns:p14="http://schemas.microsoft.com/office/powerpoint/2010/main" val="15123708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창의성_제목 및 내용">
    <p:spTree>
      <p:nvGrpSpPr>
        <p:cNvPr id="1" name=""/>
        <p:cNvGrpSpPr/>
        <p:nvPr/>
      </p:nvGrpSpPr>
      <p:grpSpPr>
        <a:xfrm>
          <a:off x="0" y="0"/>
          <a:ext cx="0" cy="0"/>
          <a:chOff x="0" y="0"/>
          <a:chExt cx="0" cy="0"/>
        </a:xfrm>
      </p:grpSpPr>
      <p:sp>
        <p:nvSpPr>
          <p:cNvPr id="3" name="내용 개체 틀 2"/>
          <p:cNvSpPr>
            <a:spLocks noGrp="1"/>
          </p:cNvSpPr>
          <p:nvPr>
            <p:ph idx="1"/>
          </p:nvPr>
        </p:nvSpPr>
        <p:spPr>
          <a:xfrm>
            <a:off x="589757" y="1447800"/>
            <a:ext cx="7964487" cy="4724400"/>
          </a:xfrm>
        </p:spPr>
        <p:txBody>
          <a:bodyPr/>
          <a:lstStyle>
            <a:lvl1pPr>
              <a:defRPr sz="1700">
                <a:latin typeface="+mn-lt"/>
              </a:defRPr>
            </a:lvl1pPr>
            <a:lvl2pPr>
              <a:defRPr sz="1550"/>
            </a:lvl2pPr>
            <a:lvl3pPr>
              <a:defRPr sz="1400"/>
            </a:lvl3pPr>
            <a:lvl4pPr>
              <a:defRPr sz="1250"/>
            </a:lvl4pPr>
            <a:lvl5pPr>
              <a:defRPr sz="1250"/>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8" name="제목 1"/>
          <p:cNvSpPr>
            <a:spLocks noGrp="1"/>
          </p:cNvSpPr>
          <p:nvPr>
            <p:ph type="title"/>
          </p:nvPr>
        </p:nvSpPr>
        <p:spPr>
          <a:xfrm>
            <a:off x="611984" y="350381"/>
            <a:ext cx="7920037" cy="597886"/>
          </a:xfrm>
          <a:prstGeom prst="rect">
            <a:avLst/>
          </a:prstGeom>
        </p:spPr>
        <p:txBody>
          <a:bodyPr/>
          <a:lstStyle>
            <a:lvl1pPr marL="0" algn="ctr" defTabSz="914400" rtl="0" eaLnBrk="0" fontAlgn="base" latinLnBrk="1" hangingPunct="0">
              <a:spcBef>
                <a:spcPct val="0"/>
              </a:spcBef>
              <a:spcAft>
                <a:spcPct val="0"/>
              </a:spcAft>
              <a:defRPr kumimoji="1" lang="ko-KR" altLang="en-US" sz="2800" b="1" baseline="0" dirty="0">
                <a:solidFill>
                  <a:srgbClr val="02197C"/>
                </a:solidFill>
                <a:effectLst>
                  <a:outerShdw blurRad="38100" dist="38100" dir="2700000" algn="tl">
                    <a:srgbClr val="000000">
                      <a:alpha val="43137"/>
                    </a:srgbClr>
                  </a:outerShdw>
                </a:effectLst>
                <a:latin typeface="Arial" panose="020B0604020202020204" pitchFamily="34" charset="0"/>
                <a:ea typeface="맑은 고딕" panose="020B0503020000020004" pitchFamily="50" charset="-127"/>
                <a:cs typeface="Verdana" pitchFamily="34" charset="0"/>
              </a:defRPr>
            </a:lvl1pPr>
          </a:lstStyle>
          <a:p>
            <a:r>
              <a:rPr lang="ko-KR" altLang="en-US" dirty="0"/>
              <a:t>마스터 제목 스타일 편집</a:t>
            </a:r>
          </a:p>
        </p:txBody>
      </p:sp>
      <p:graphicFrame>
        <p:nvGraphicFramePr>
          <p:cNvPr id="2" name="표 1"/>
          <p:cNvGraphicFramePr>
            <a:graphicFrameLocks noGrp="1"/>
          </p:cNvGraphicFramePr>
          <p:nvPr userDrawn="1">
            <p:extLst>
              <p:ext uri="{D42A27DB-BD31-4B8C-83A1-F6EECF244321}">
                <p14:modId xmlns:p14="http://schemas.microsoft.com/office/powerpoint/2010/main" val="3841179787"/>
              </p:ext>
            </p:extLst>
          </p:nvPr>
        </p:nvGraphicFramePr>
        <p:xfrm>
          <a:off x="0" y="0"/>
          <a:ext cx="9144000" cy="25908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209550">
                <a:tc>
                  <a:txBody>
                    <a:bodyPr/>
                    <a:lstStyle/>
                    <a:p>
                      <a:pPr algn="ctr"/>
                      <a:r>
                        <a:rPr lang="ko-KR" altLang="en-US" sz="1100" dirty="0">
                          <a:latin typeface="맑은 고딕" pitchFamily="50" charset="-127"/>
                          <a:ea typeface="맑은 고딕" pitchFamily="50" charset="-127"/>
                        </a:rPr>
                        <a:t>연구배경</a:t>
                      </a:r>
                    </a:p>
                  </a:txBody>
                  <a:tcPr>
                    <a:solidFill>
                      <a:schemeClr val="bg1">
                        <a:lumMod val="85000"/>
                      </a:schemeClr>
                    </a:solidFill>
                  </a:tcPr>
                </a:tc>
                <a:tc>
                  <a:txBody>
                    <a:bodyPr/>
                    <a:lstStyle/>
                    <a:p>
                      <a:pPr algn="ctr"/>
                      <a:r>
                        <a:rPr lang="ko-KR" altLang="en-US" sz="1100" dirty="0">
                          <a:latin typeface="맑은 고딕" pitchFamily="50" charset="-127"/>
                          <a:ea typeface="맑은 고딕" pitchFamily="50" charset="-127"/>
                        </a:rPr>
                        <a:t>연구내용</a:t>
                      </a:r>
                    </a:p>
                  </a:txBody>
                  <a:tcPr>
                    <a:solidFill>
                      <a:schemeClr val="bg1">
                        <a:lumMod val="85000"/>
                      </a:schemeClr>
                    </a:solidFill>
                  </a:tcPr>
                </a:tc>
                <a:tc>
                  <a:txBody>
                    <a:bodyPr/>
                    <a:lstStyle/>
                    <a:p>
                      <a:pPr algn="ctr"/>
                      <a:r>
                        <a:rPr lang="ko-KR" altLang="en-US" sz="1100" dirty="0">
                          <a:solidFill>
                            <a:sysClr val="windowText" lastClr="000000"/>
                          </a:solidFill>
                          <a:latin typeface="맑은 고딕" pitchFamily="50" charset="-127"/>
                          <a:ea typeface="맑은 고딕" pitchFamily="50" charset="-127"/>
                        </a:rPr>
                        <a:t>창의성 및 도전성</a:t>
                      </a:r>
                    </a:p>
                  </a:txBody>
                  <a:tcPr>
                    <a:solidFill>
                      <a:srgbClr val="FFFF8F"/>
                    </a:solidFill>
                  </a:tcPr>
                </a:tc>
                <a:tc>
                  <a:txBody>
                    <a:bodyPr/>
                    <a:lstStyle/>
                    <a:p>
                      <a:pPr algn="ctr"/>
                      <a:r>
                        <a:rPr lang="ko-KR" altLang="en-US" sz="1100" dirty="0">
                          <a:latin typeface="맑은 고딕" pitchFamily="50" charset="-127"/>
                          <a:ea typeface="맑은 고딕" pitchFamily="50" charset="-127"/>
                        </a:rPr>
                        <a:t>추진체계 및 전략</a:t>
                      </a:r>
                    </a:p>
                  </a:txBody>
                  <a:tcPr>
                    <a:solidFill>
                      <a:schemeClr val="bg1">
                        <a:lumMod val="85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778420894"/>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창의성_제목만">
    <p:spTree>
      <p:nvGrpSpPr>
        <p:cNvPr id="1" name=""/>
        <p:cNvGrpSpPr/>
        <p:nvPr/>
      </p:nvGrpSpPr>
      <p:grpSpPr>
        <a:xfrm>
          <a:off x="0" y="0"/>
          <a:ext cx="0" cy="0"/>
          <a:chOff x="0" y="0"/>
          <a:chExt cx="0" cy="0"/>
        </a:xfrm>
      </p:grpSpPr>
      <p:sp>
        <p:nvSpPr>
          <p:cNvPr id="6" name="제목 1"/>
          <p:cNvSpPr>
            <a:spLocks noGrp="1"/>
          </p:cNvSpPr>
          <p:nvPr>
            <p:ph type="title"/>
          </p:nvPr>
        </p:nvSpPr>
        <p:spPr>
          <a:xfrm>
            <a:off x="611984" y="350381"/>
            <a:ext cx="7920037" cy="597886"/>
          </a:xfrm>
          <a:prstGeom prst="rect">
            <a:avLst/>
          </a:prstGeom>
        </p:spPr>
        <p:txBody>
          <a:bodyPr/>
          <a:lstStyle>
            <a:lvl1pPr algn="ctr" rtl="0" eaLnBrk="0" fontAlgn="base" latinLnBrk="1" hangingPunct="0">
              <a:spcBef>
                <a:spcPct val="0"/>
              </a:spcBef>
              <a:spcAft>
                <a:spcPct val="0"/>
              </a:spcAft>
              <a:defRPr kumimoji="1" lang="ko-KR" altLang="en-US" sz="2800" b="1" baseline="0" dirty="0">
                <a:solidFill>
                  <a:srgbClr val="02197C"/>
                </a:solidFill>
                <a:effectLst>
                  <a:outerShdw blurRad="38100" dist="38100" dir="2700000" algn="tl">
                    <a:srgbClr val="000000">
                      <a:alpha val="43137"/>
                    </a:srgbClr>
                  </a:outerShdw>
                </a:effectLst>
                <a:latin typeface="Arial" panose="020B0604020202020204" pitchFamily="34" charset="0"/>
                <a:ea typeface="맑은 고딕" panose="020B0503020000020004" pitchFamily="50" charset="-127"/>
                <a:cs typeface="Verdana" pitchFamily="34" charset="0"/>
              </a:defRPr>
            </a:lvl1pPr>
          </a:lstStyle>
          <a:p>
            <a:r>
              <a:rPr lang="ko-KR" altLang="en-US" dirty="0"/>
              <a:t>마스터 제목 스타일 편집</a:t>
            </a:r>
          </a:p>
        </p:txBody>
      </p:sp>
      <p:graphicFrame>
        <p:nvGraphicFramePr>
          <p:cNvPr id="8" name="표 7"/>
          <p:cNvGraphicFramePr>
            <a:graphicFrameLocks noGrp="1"/>
          </p:cNvGraphicFramePr>
          <p:nvPr userDrawn="1">
            <p:extLst>
              <p:ext uri="{D42A27DB-BD31-4B8C-83A1-F6EECF244321}">
                <p14:modId xmlns:p14="http://schemas.microsoft.com/office/powerpoint/2010/main" val="215155066"/>
              </p:ext>
            </p:extLst>
          </p:nvPr>
        </p:nvGraphicFramePr>
        <p:xfrm>
          <a:off x="0" y="0"/>
          <a:ext cx="9144000" cy="25908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209550">
                <a:tc>
                  <a:txBody>
                    <a:bodyPr/>
                    <a:lstStyle/>
                    <a:p>
                      <a:pPr algn="ctr"/>
                      <a:r>
                        <a:rPr lang="ko-KR" altLang="en-US" sz="1100" dirty="0">
                          <a:latin typeface="맑은 고딕" pitchFamily="50" charset="-127"/>
                          <a:ea typeface="맑은 고딕" pitchFamily="50" charset="-127"/>
                        </a:rPr>
                        <a:t>연구배경</a:t>
                      </a:r>
                    </a:p>
                  </a:txBody>
                  <a:tcPr>
                    <a:solidFill>
                      <a:schemeClr val="bg1">
                        <a:lumMod val="85000"/>
                      </a:schemeClr>
                    </a:solidFill>
                  </a:tcPr>
                </a:tc>
                <a:tc>
                  <a:txBody>
                    <a:bodyPr/>
                    <a:lstStyle/>
                    <a:p>
                      <a:pPr algn="ctr"/>
                      <a:r>
                        <a:rPr lang="ko-KR" altLang="en-US" sz="1100" dirty="0">
                          <a:latin typeface="맑은 고딕" pitchFamily="50" charset="-127"/>
                          <a:ea typeface="맑은 고딕" pitchFamily="50" charset="-127"/>
                        </a:rPr>
                        <a:t>연구내용</a:t>
                      </a:r>
                    </a:p>
                  </a:txBody>
                  <a:tcPr>
                    <a:solidFill>
                      <a:schemeClr val="bg1">
                        <a:lumMod val="85000"/>
                      </a:schemeClr>
                    </a:solidFill>
                  </a:tcPr>
                </a:tc>
                <a:tc>
                  <a:txBody>
                    <a:bodyPr/>
                    <a:lstStyle/>
                    <a:p>
                      <a:pPr algn="ctr"/>
                      <a:r>
                        <a:rPr lang="ko-KR" altLang="en-US" sz="1100" dirty="0">
                          <a:solidFill>
                            <a:sysClr val="windowText" lastClr="000000"/>
                          </a:solidFill>
                          <a:latin typeface="맑은 고딕" pitchFamily="50" charset="-127"/>
                          <a:ea typeface="맑은 고딕" pitchFamily="50" charset="-127"/>
                        </a:rPr>
                        <a:t>창의성 및 도전성</a:t>
                      </a:r>
                    </a:p>
                  </a:txBody>
                  <a:tcPr>
                    <a:solidFill>
                      <a:srgbClr val="FFFF8F"/>
                    </a:solidFill>
                  </a:tcPr>
                </a:tc>
                <a:tc>
                  <a:txBody>
                    <a:bodyPr/>
                    <a:lstStyle/>
                    <a:p>
                      <a:pPr algn="ctr"/>
                      <a:r>
                        <a:rPr lang="ko-KR" altLang="en-US" sz="1100" dirty="0">
                          <a:latin typeface="맑은 고딕" pitchFamily="50" charset="-127"/>
                          <a:ea typeface="맑은 고딕" pitchFamily="50" charset="-127"/>
                        </a:rPr>
                        <a:t>추진체계 및 전략</a:t>
                      </a:r>
                    </a:p>
                  </a:txBody>
                  <a:tcPr>
                    <a:solidFill>
                      <a:schemeClr val="bg1">
                        <a:lumMod val="85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33814255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추진체계_제목 및 내용">
    <p:spTree>
      <p:nvGrpSpPr>
        <p:cNvPr id="1" name=""/>
        <p:cNvGrpSpPr/>
        <p:nvPr/>
      </p:nvGrpSpPr>
      <p:grpSpPr>
        <a:xfrm>
          <a:off x="0" y="0"/>
          <a:ext cx="0" cy="0"/>
          <a:chOff x="0" y="0"/>
          <a:chExt cx="0" cy="0"/>
        </a:xfrm>
      </p:grpSpPr>
      <p:sp>
        <p:nvSpPr>
          <p:cNvPr id="3" name="내용 개체 틀 2"/>
          <p:cNvSpPr>
            <a:spLocks noGrp="1"/>
          </p:cNvSpPr>
          <p:nvPr>
            <p:ph idx="1"/>
          </p:nvPr>
        </p:nvSpPr>
        <p:spPr>
          <a:xfrm>
            <a:off x="589757" y="1447800"/>
            <a:ext cx="7964487" cy="4724400"/>
          </a:xfrm>
        </p:spPr>
        <p:txBody>
          <a:bodyPr/>
          <a:lstStyle>
            <a:lvl1pPr>
              <a:defRPr sz="1700">
                <a:latin typeface="+mn-lt"/>
              </a:defRPr>
            </a:lvl1pPr>
            <a:lvl2pPr>
              <a:defRPr sz="1550"/>
            </a:lvl2pPr>
            <a:lvl3pPr>
              <a:defRPr sz="1400"/>
            </a:lvl3pPr>
            <a:lvl4pPr>
              <a:defRPr sz="1250"/>
            </a:lvl4pPr>
            <a:lvl5pPr>
              <a:defRPr sz="1250"/>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8" name="제목 1"/>
          <p:cNvSpPr>
            <a:spLocks noGrp="1"/>
          </p:cNvSpPr>
          <p:nvPr>
            <p:ph type="title"/>
          </p:nvPr>
        </p:nvSpPr>
        <p:spPr>
          <a:xfrm>
            <a:off x="611984" y="350381"/>
            <a:ext cx="7920037" cy="597886"/>
          </a:xfrm>
          <a:prstGeom prst="rect">
            <a:avLst/>
          </a:prstGeom>
        </p:spPr>
        <p:txBody>
          <a:bodyPr/>
          <a:lstStyle>
            <a:lvl1pPr marL="0" algn="ctr" defTabSz="914400" rtl="0" eaLnBrk="0" fontAlgn="base" latinLnBrk="1" hangingPunct="0">
              <a:spcBef>
                <a:spcPct val="0"/>
              </a:spcBef>
              <a:spcAft>
                <a:spcPct val="0"/>
              </a:spcAft>
              <a:defRPr kumimoji="1" lang="ko-KR" altLang="en-US" sz="2800" b="1" baseline="0" dirty="0">
                <a:solidFill>
                  <a:srgbClr val="02197C"/>
                </a:solidFill>
                <a:effectLst>
                  <a:outerShdw blurRad="38100" dist="38100" dir="2700000" algn="tl">
                    <a:srgbClr val="000000">
                      <a:alpha val="43137"/>
                    </a:srgbClr>
                  </a:outerShdw>
                </a:effectLst>
                <a:latin typeface="Arial" panose="020B0604020202020204" pitchFamily="34" charset="0"/>
                <a:ea typeface="맑은 고딕" panose="020B0503020000020004" pitchFamily="50" charset="-127"/>
                <a:cs typeface="Verdana" pitchFamily="34" charset="0"/>
              </a:defRPr>
            </a:lvl1pPr>
          </a:lstStyle>
          <a:p>
            <a:r>
              <a:rPr lang="ko-KR" altLang="en-US" dirty="0"/>
              <a:t>마스터 제목 스타일 편집</a:t>
            </a:r>
          </a:p>
        </p:txBody>
      </p:sp>
      <p:graphicFrame>
        <p:nvGraphicFramePr>
          <p:cNvPr id="2" name="표 1"/>
          <p:cNvGraphicFramePr>
            <a:graphicFrameLocks noGrp="1"/>
          </p:cNvGraphicFramePr>
          <p:nvPr userDrawn="1">
            <p:extLst>
              <p:ext uri="{D42A27DB-BD31-4B8C-83A1-F6EECF244321}">
                <p14:modId xmlns:p14="http://schemas.microsoft.com/office/powerpoint/2010/main" val="324508422"/>
              </p:ext>
            </p:extLst>
          </p:nvPr>
        </p:nvGraphicFramePr>
        <p:xfrm>
          <a:off x="0" y="0"/>
          <a:ext cx="9144000" cy="25908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209550">
                <a:tc>
                  <a:txBody>
                    <a:bodyPr/>
                    <a:lstStyle/>
                    <a:p>
                      <a:pPr algn="ctr"/>
                      <a:r>
                        <a:rPr lang="ko-KR" altLang="en-US" sz="1100" dirty="0">
                          <a:latin typeface="맑은 고딕" pitchFamily="50" charset="-127"/>
                          <a:ea typeface="맑은 고딕" pitchFamily="50" charset="-127"/>
                        </a:rPr>
                        <a:t>연구배경</a:t>
                      </a:r>
                    </a:p>
                  </a:txBody>
                  <a:tcPr>
                    <a:solidFill>
                      <a:schemeClr val="bg1">
                        <a:lumMod val="85000"/>
                      </a:schemeClr>
                    </a:solidFill>
                  </a:tcPr>
                </a:tc>
                <a:tc>
                  <a:txBody>
                    <a:bodyPr/>
                    <a:lstStyle/>
                    <a:p>
                      <a:pPr algn="ctr"/>
                      <a:r>
                        <a:rPr lang="ko-KR" altLang="en-US" sz="1100" dirty="0">
                          <a:latin typeface="맑은 고딕" pitchFamily="50" charset="-127"/>
                          <a:ea typeface="맑은 고딕" pitchFamily="50" charset="-127"/>
                        </a:rPr>
                        <a:t>연구내용</a:t>
                      </a:r>
                    </a:p>
                  </a:txBody>
                  <a:tcPr>
                    <a:solidFill>
                      <a:schemeClr val="bg1">
                        <a:lumMod val="85000"/>
                      </a:schemeClr>
                    </a:solidFill>
                  </a:tcPr>
                </a:tc>
                <a:tc>
                  <a:txBody>
                    <a:bodyPr/>
                    <a:lstStyle/>
                    <a:p>
                      <a:pPr algn="ctr"/>
                      <a:r>
                        <a:rPr lang="ko-KR" altLang="en-US" sz="1100" dirty="0">
                          <a:latin typeface="맑은 고딕" pitchFamily="50" charset="-127"/>
                          <a:ea typeface="맑은 고딕" pitchFamily="50" charset="-127"/>
                        </a:rPr>
                        <a:t>창의성 및 도전성</a:t>
                      </a:r>
                    </a:p>
                  </a:txBody>
                  <a:tcPr>
                    <a:solidFill>
                      <a:schemeClr val="bg1">
                        <a:lumMod val="85000"/>
                      </a:schemeClr>
                    </a:solidFill>
                  </a:tcPr>
                </a:tc>
                <a:tc>
                  <a:txBody>
                    <a:bodyPr/>
                    <a:lstStyle/>
                    <a:p>
                      <a:pPr algn="ctr"/>
                      <a:r>
                        <a:rPr lang="ko-KR" altLang="en-US" sz="1100" dirty="0">
                          <a:solidFill>
                            <a:sysClr val="windowText" lastClr="000000"/>
                          </a:solidFill>
                          <a:latin typeface="맑은 고딕" pitchFamily="50" charset="-127"/>
                          <a:ea typeface="맑은 고딕" pitchFamily="50" charset="-127"/>
                        </a:rPr>
                        <a:t>추진체계 및 전략</a:t>
                      </a:r>
                    </a:p>
                  </a:txBody>
                  <a:tcPr>
                    <a:solidFill>
                      <a:schemeClr val="bg1">
                        <a:lumMod val="75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216787054"/>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추진체계_제목만">
    <p:spTree>
      <p:nvGrpSpPr>
        <p:cNvPr id="1" name=""/>
        <p:cNvGrpSpPr/>
        <p:nvPr/>
      </p:nvGrpSpPr>
      <p:grpSpPr>
        <a:xfrm>
          <a:off x="0" y="0"/>
          <a:ext cx="0" cy="0"/>
          <a:chOff x="0" y="0"/>
          <a:chExt cx="0" cy="0"/>
        </a:xfrm>
      </p:grpSpPr>
      <p:sp>
        <p:nvSpPr>
          <p:cNvPr id="6" name="제목 1"/>
          <p:cNvSpPr>
            <a:spLocks noGrp="1"/>
          </p:cNvSpPr>
          <p:nvPr>
            <p:ph type="title"/>
          </p:nvPr>
        </p:nvSpPr>
        <p:spPr>
          <a:xfrm>
            <a:off x="611984" y="350381"/>
            <a:ext cx="7920037" cy="597886"/>
          </a:xfrm>
          <a:prstGeom prst="rect">
            <a:avLst/>
          </a:prstGeom>
        </p:spPr>
        <p:txBody>
          <a:bodyPr/>
          <a:lstStyle>
            <a:lvl1pPr algn="ctr" rtl="0" eaLnBrk="0" fontAlgn="base" latinLnBrk="1" hangingPunct="0">
              <a:spcBef>
                <a:spcPct val="0"/>
              </a:spcBef>
              <a:spcAft>
                <a:spcPct val="0"/>
              </a:spcAft>
              <a:defRPr kumimoji="1" lang="ko-KR" altLang="en-US" sz="2800" b="1" baseline="0" dirty="0">
                <a:solidFill>
                  <a:srgbClr val="02197C"/>
                </a:solidFill>
                <a:effectLst>
                  <a:outerShdw blurRad="38100" dist="38100" dir="2700000" algn="tl">
                    <a:srgbClr val="000000">
                      <a:alpha val="43137"/>
                    </a:srgbClr>
                  </a:outerShdw>
                </a:effectLst>
                <a:latin typeface="Arial" panose="020B0604020202020204" pitchFamily="34" charset="0"/>
                <a:ea typeface="맑은 고딕" panose="020B0503020000020004" pitchFamily="50" charset="-127"/>
                <a:cs typeface="Verdana" pitchFamily="34" charset="0"/>
              </a:defRPr>
            </a:lvl1pPr>
          </a:lstStyle>
          <a:p>
            <a:r>
              <a:rPr lang="ko-KR" altLang="en-US" dirty="0"/>
              <a:t>마스터 제목 스타일 편집</a:t>
            </a:r>
          </a:p>
        </p:txBody>
      </p:sp>
      <p:graphicFrame>
        <p:nvGraphicFramePr>
          <p:cNvPr id="8" name="표 7"/>
          <p:cNvGraphicFramePr>
            <a:graphicFrameLocks noGrp="1"/>
          </p:cNvGraphicFramePr>
          <p:nvPr userDrawn="1">
            <p:extLst>
              <p:ext uri="{D42A27DB-BD31-4B8C-83A1-F6EECF244321}">
                <p14:modId xmlns:p14="http://schemas.microsoft.com/office/powerpoint/2010/main" val="1837947421"/>
              </p:ext>
            </p:extLst>
          </p:nvPr>
        </p:nvGraphicFramePr>
        <p:xfrm>
          <a:off x="0" y="0"/>
          <a:ext cx="9144000" cy="25908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209550">
                <a:tc>
                  <a:txBody>
                    <a:bodyPr/>
                    <a:lstStyle/>
                    <a:p>
                      <a:pPr algn="ctr"/>
                      <a:r>
                        <a:rPr lang="ko-KR" altLang="en-US" sz="1100" dirty="0">
                          <a:latin typeface="맑은 고딕" pitchFamily="50" charset="-127"/>
                          <a:ea typeface="맑은 고딕" pitchFamily="50" charset="-127"/>
                        </a:rPr>
                        <a:t>연구배경</a:t>
                      </a:r>
                    </a:p>
                  </a:txBody>
                  <a:tcPr>
                    <a:solidFill>
                      <a:schemeClr val="bg1">
                        <a:lumMod val="85000"/>
                      </a:schemeClr>
                    </a:solidFill>
                  </a:tcPr>
                </a:tc>
                <a:tc>
                  <a:txBody>
                    <a:bodyPr/>
                    <a:lstStyle/>
                    <a:p>
                      <a:pPr algn="ctr"/>
                      <a:r>
                        <a:rPr lang="ko-KR" altLang="en-US" sz="1100" dirty="0">
                          <a:latin typeface="맑은 고딕" pitchFamily="50" charset="-127"/>
                          <a:ea typeface="맑은 고딕" pitchFamily="50" charset="-127"/>
                        </a:rPr>
                        <a:t>연구내용</a:t>
                      </a:r>
                    </a:p>
                  </a:txBody>
                  <a:tcPr>
                    <a:solidFill>
                      <a:schemeClr val="bg1">
                        <a:lumMod val="85000"/>
                      </a:schemeClr>
                    </a:solidFill>
                  </a:tcPr>
                </a:tc>
                <a:tc>
                  <a:txBody>
                    <a:bodyPr/>
                    <a:lstStyle/>
                    <a:p>
                      <a:pPr algn="ctr"/>
                      <a:r>
                        <a:rPr lang="ko-KR" altLang="en-US" sz="1100" dirty="0">
                          <a:latin typeface="맑은 고딕" pitchFamily="50" charset="-127"/>
                          <a:ea typeface="맑은 고딕" pitchFamily="50" charset="-127"/>
                        </a:rPr>
                        <a:t>창의성 및 도전성</a:t>
                      </a:r>
                    </a:p>
                  </a:txBody>
                  <a:tcPr>
                    <a:solidFill>
                      <a:schemeClr val="bg1">
                        <a:lumMod val="85000"/>
                      </a:schemeClr>
                    </a:solidFill>
                  </a:tcPr>
                </a:tc>
                <a:tc>
                  <a:txBody>
                    <a:bodyPr/>
                    <a:lstStyle/>
                    <a:p>
                      <a:pPr algn="ctr"/>
                      <a:r>
                        <a:rPr lang="ko-KR" altLang="en-US" sz="1100" dirty="0">
                          <a:solidFill>
                            <a:sysClr val="windowText" lastClr="000000"/>
                          </a:solidFill>
                          <a:latin typeface="맑은 고딕" pitchFamily="50" charset="-127"/>
                          <a:ea typeface="맑은 고딕" pitchFamily="50" charset="-127"/>
                        </a:rPr>
                        <a:t>추진체계 및 전략</a:t>
                      </a:r>
                    </a:p>
                  </a:txBody>
                  <a:tcPr>
                    <a:solidFill>
                      <a:schemeClr val="bg1">
                        <a:lumMod val="75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723851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5" Type="http://schemas.openxmlformats.org/officeDocument/2006/relationships/theme" Target="../theme/theme2.xml"/><Relationship Id="rId4"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theme" Target="../theme/theme3.xml"/><Relationship Id="rId5" Type="http://schemas.openxmlformats.org/officeDocument/2006/relationships/slideLayout" Target="../slideLayouts/slideLayout26.xml"/><Relationship Id="rId4"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460" name="Rectangle 4"/>
          <p:cNvSpPr>
            <a:spLocks noGrp="1" noChangeArrowheads="1"/>
          </p:cNvSpPr>
          <p:nvPr>
            <p:ph type="title"/>
          </p:nvPr>
        </p:nvSpPr>
        <p:spPr bwMode="auto">
          <a:xfrm>
            <a:off x="914400" y="404813"/>
            <a:ext cx="73152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p>
        </p:txBody>
      </p:sp>
      <p:sp>
        <p:nvSpPr>
          <p:cNvPr id="1027" name="Rectangle 5"/>
          <p:cNvSpPr>
            <a:spLocks noGrp="1" noChangeArrowheads="1"/>
          </p:cNvSpPr>
          <p:nvPr>
            <p:ph type="body" idx="1"/>
          </p:nvPr>
        </p:nvSpPr>
        <p:spPr bwMode="auto">
          <a:xfrm>
            <a:off x="495300" y="1447800"/>
            <a:ext cx="81534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19462" name="Rectangle 6"/>
          <p:cNvSpPr>
            <a:spLocks noGrp="1" noChangeArrowheads="1"/>
          </p:cNvSpPr>
          <p:nvPr>
            <p:ph type="ftr" sz="quarter" idx="3"/>
          </p:nvPr>
        </p:nvSpPr>
        <p:spPr bwMode="auto">
          <a:xfrm>
            <a:off x="0" y="6400800"/>
            <a:ext cx="320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kumimoji="0" sz="1400" b="1"/>
            </a:lvl1pPr>
          </a:lstStyle>
          <a:p>
            <a:pPr fontAlgn="base">
              <a:spcBef>
                <a:spcPct val="0"/>
              </a:spcBef>
              <a:spcAft>
                <a:spcPct val="0"/>
              </a:spcAft>
              <a:defRPr/>
            </a:pPr>
            <a:r>
              <a:rPr lang="en-US" altLang="ko-KR">
                <a:solidFill>
                  <a:srgbClr val="000000"/>
                </a:solidFill>
              </a:rPr>
              <a:t>Voronoi Diagram Research Center</a:t>
            </a:r>
          </a:p>
        </p:txBody>
      </p:sp>
      <p:sp>
        <p:nvSpPr>
          <p:cNvPr id="19463" name="Rectangle 7"/>
          <p:cNvSpPr>
            <a:spLocks noGrp="1" noChangeArrowheads="1"/>
          </p:cNvSpPr>
          <p:nvPr>
            <p:ph type="sldNum" sz="quarter" idx="4"/>
          </p:nvPr>
        </p:nvSpPr>
        <p:spPr bwMode="auto">
          <a:xfrm>
            <a:off x="723900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0" sz="1600" b="1"/>
            </a:lvl1pPr>
          </a:lstStyle>
          <a:p>
            <a:pPr fontAlgn="base">
              <a:spcBef>
                <a:spcPct val="0"/>
              </a:spcBef>
              <a:spcAft>
                <a:spcPct val="0"/>
              </a:spcAft>
              <a:defRPr/>
            </a:pPr>
            <a:fld id="{CC6811F4-B628-4639-9F25-A3F5F4274A56}" type="slidenum">
              <a:rPr lang="ko-KR" altLang="en-US">
                <a:solidFill>
                  <a:srgbClr val="000000"/>
                </a:solidFill>
              </a:rPr>
              <a:pPr fontAlgn="base">
                <a:spcBef>
                  <a:spcPct val="0"/>
                </a:spcBef>
                <a:spcAft>
                  <a:spcPct val="0"/>
                </a:spcAft>
                <a:defRPr/>
              </a:pPr>
              <a:t>‹#›</a:t>
            </a:fld>
            <a:endParaRPr lang="en-US" altLang="ko-KR">
              <a:solidFill>
                <a:srgbClr val="000000"/>
              </a:solidFill>
            </a:endParaRPr>
          </a:p>
        </p:txBody>
      </p:sp>
      <p:sp>
        <p:nvSpPr>
          <p:cNvPr id="1030" name="Text Box 9"/>
          <p:cNvSpPr txBox="1">
            <a:spLocks noChangeArrowheads="1"/>
          </p:cNvSpPr>
          <p:nvPr userDrawn="1"/>
        </p:nvSpPr>
        <p:spPr bwMode="auto">
          <a:xfrm>
            <a:off x="3886200" y="6542088"/>
            <a:ext cx="1841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굴림" pitchFamily="50" charset="-127"/>
                <a:ea typeface="굴림" pitchFamily="50" charset="-127"/>
              </a:defRPr>
            </a:lvl1pPr>
            <a:lvl2pPr marL="742950" indent="-285750" eaLnBrk="0" hangingPunct="0">
              <a:defRPr kumimoji="1" sz="2400">
                <a:solidFill>
                  <a:schemeClr val="tx1"/>
                </a:solidFill>
                <a:latin typeface="굴림" pitchFamily="50" charset="-127"/>
                <a:ea typeface="굴림" pitchFamily="50" charset="-127"/>
              </a:defRPr>
            </a:lvl2pPr>
            <a:lvl3pPr marL="1143000" indent="-228600" eaLnBrk="0" hangingPunct="0">
              <a:defRPr kumimoji="1" sz="2400">
                <a:solidFill>
                  <a:schemeClr val="tx1"/>
                </a:solidFill>
                <a:latin typeface="굴림" pitchFamily="50" charset="-127"/>
                <a:ea typeface="굴림" pitchFamily="50" charset="-127"/>
              </a:defRPr>
            </a:lvl3pPr>
            <a:lvl4pPr marL="1600200" indent="-228600" eaLnBrk="0" hangingPunct="0">
              <a:defRPr kumimoji="1" sz="2400">
                <a:solidFill>
                  <a:schemeClr val="tx1"/>
                </a:solidFill>
                <a:latin typeface="굴림" pitchFamily="50" charset="-127"/>
                <a:ea typeface="굴림" pitchFamily="50" charset="-127"/>
              </a:defRPr>
            </a:lvl4pPr>
            <a:lvl5pPr marL="2057400" indent="-228600" eaLnBrk="0" hangingPunct="0">
              <a:defRPr kumimoji="1" sz="2400">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sz="2400">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sz="2400">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sz="2400">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sz="2400">
                <a:solidFill>
                  <a:schemeClr val="tx1"/>
                </a:solidFill>
                <a:latin typeface="굴림" pitchFamily="50" charset="-127"/>
                <a:ea typeface="굴림" pitchFamily="50" charset="-127"/>
              </a:defRPr>
            </a:lvl9pPr>
          </a:lstStyle>
          <a:p>
            <a:pPr eaLnBrk="1" fontAlgn="base" hangingPunct="1">
              <a:spcBef>
                <a:spcPct val="0"/>
              </a:spcBef>
              <a:spcAft>
                <a:spcPct val="0"/>
              </a:spcAft>
              <a:defRPr/>
            </a:pPr>
            <a:endParaRPr lang="ko-KR" altLang="en-US" sz="1400" b="1">
              <a:solidFill>
                <a:srgbClr val="000000"/>
              </a:solidFill>
              <a:latin typeface="Times New Roman" pitchFamily="18" charset="0"/>
            </a:endParaRPr>
          </a:p>
        </p:txBody>
      </p:sp>
      <p:sp>
        <p:nvSpPr>
          <p:cNvPr id="1031" name="Rectangle 10"/>
          <p:cNvSpPr>
            <a:spLocks noChangeArrowheads="1"/>
          </p:cNvSpPr>
          <p:nvPr/>
        </p:nvSpPr>
        <p:spPr bwMode="auto">
          <a:xfrm>
            <a:off x="2968625" y="6399213"/>
            <a:ext cx="320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kumimoji="1" sz="2400">
                <a:solidFill>
                  <a:schemeClr val="tx1"/>
                </a:solidFill>
                <a:latin typeface="굴림" pitchFamily="50" charset="-127"/>
                <a:ea typeface="굴림" pitchFamily="50" charset="-127"/>
              </a:defRPr>
            </a:lvl1pPr>
            <a:lvl2pPr marL="742950" indent="-285750" eaLnBrk="0" hangingPunct="0">
              <a:defRPr kumimoji="1" sz="2400">
                <a:solidFill>
                  <a:schemeClr val="tx1"/>
                </a:solidFill>
                <a:latin typeface="굴림" pitchFamily="50" charset="-127"/>
                <a:ea typeface="굴림" pitchFamily="50" charset="-127"/>
              </a:defRPr>
            </a:lvl2pPr>
            <a:lvl3pPr marL="1143000" indent="-228600" eaLnBrk="0" hangingPunct="0">
              <a:defRPr kumimoji="1" sz="2400">
                <a:solidFill>
                  <a:schemeClr val="tx1"/>
                </a:solidFill>
                <a:latin typeface="굴림" pitchFamily="50" charset="-127"/>
                <a:ea typeface="굴림" pitchFamily="50" charset="-127"/>
              </a:defRPr>
            </a:lvl3pPr>
            <a:lvl4pPr marL="1600200" indent="-228600" eaLnBrk="0" hangingPunct="0">
              <a:defRPr kumimoji="1" sz="2400">
                <a:solidFill>
                  <a:schemeClr val="tx1"/>
                </a:solidFill>
                <a:latin typeface="굴림" pitchFamily="50" charset="-127"/>
                <a:ea typeface="굴림" pitchFamily="50" charset="-127"/>
              </a:defRPr>
            </a:lvl4pPr>
            <a:lvl5pPr marL="2057400" indent="-228600" eaLnBrk="0" hangingPunct="0">
              <a:defRPr kumimoji="1" sz="2400">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sz="2400">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sz="2400">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sz="2400">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sz="2400">
                <a:solidFill>
                  <a:schemeClr val="tx1"/>
                </a:solidFill>
                <a:latin typeface="굴림" pitchFamily="50" charset="-127"/>
                <a:ea typeface="굴림" pitchFamily="50" charset="-127"/>
              </a:defRPr>
            </a:lvl9pPr>
          </a:lstStyle>
          <a:p>
            <a:pPr algn="ctr" eaLnBrk="1" fontAlgn="base" hangingPunct="1">
              <a:spcBef>
                <a:spcPct val="0"/>
              </a:spcBef>
              <a:spcAft>
                <a:spcPct val="0"/>
              </a:spcAft>
            </a:pPr>
            <a:endParaRPr kumimoji="0" lang="ko-KR" altLang="en-US" sz="1400" b="1">
              <a:solidFill>
                <a:srgbClr val="000000"/>
              </a:solidFill>
            </a:endParaRPr>
          </a:p>
        </p:txBody>
      </p:sp>
    </p:spTree>
    <p:extLst>
      <p:ext uri="{BB962C8B-B14F-4D97-AF65-F5344CB8AC3E}">
        <p14:creationId xmlns:p14="http://schemas.microsoft.com/office/powerpoint/2010/main" val="21288325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sldNum="0" hdr="0" dt="0"/>
  <p:txStyles>
    <p:titleStyle>
      <a:lvl1pPr algn="l" rtl="0" eaLnBrk="0" fontAlgn="base" latinLnBrk="1" hangingPunct="0">
        <a:spcBef>
          <a:spcPct val="0"/>
        </a:spcBef>
        <a:spcAft>
          <a:spcPct val="0"/>
        </a:spcAft>
        <a:defRPr kumimoji="1" sz="2800" b="1">
          <a:solidFill>
            <a:schemeClr val="tx1"/>
          </a:solidFill>
          <a:effectLst>
            <a:outerShdw blurRad="38100" dist="38100" dir="2700000" algn="tl">
              <a:srgbClr val="C0C0C0"/>
            </a:outerShdw>
          </a:effectLst>
          <a:latin typeface="+mj-lt"/>
          <a:ea typeface="+mj-ea"/>
          <a:cs typeface="+mj-cs"/>
        </a:defRPr>
      </a:lvl1pPr>
      <a:lvl2pPr algn="l" rtl="0" eaLnBrk="0" fontAlgn="base" latinLnBrk="1" hangingPunct="0">
        <a:spcBef>
          <a:spcPct val="0"/>
        </a:spcBef>
        <a:spcAft>
          <a:spcPct val="0"/>
        </a:spcAft>
        <a:defRPr kumimoji="1" sz="2800" b="1">
          <a:solidFill>
            <a:schemeClr val="tx1"/>
          </a:solidFill>
          <a:effectLst>
            <a:outerShdw blurRad="38100" dist="38100" dir="2700000" algn="tl">
              <a:srgbClr val="C0C0C0"/>
            </a:outerShdw>
          </a:effectLst>
          <a:latin typeface="서울헤드라인" pitchFamily="18" charset="-127"/>
          <a:ea typeface="서울헤드라인" pitchFamily="18" charset="-127"/>
        </a:defRPr>
      </a:lvl2pPr>
      <a:lvl3pPr algn="l" rtl="0" eaLnBrk="0" fontAlgn="base" latinLnBrk="1" hangingPunct="0">
        <a:spcBef>
          <a:spcPct val="0"/>
        </a:spcBef>
        <a:spcAft>
          <a:spcPct val="0"/>
        </a:spcAft>
        <a:defRPr kumimoji="1" sz="2800" b="1">
          <a:solidFill>
            <a:schemeClr val="tx1"/>
          </a:solidFill>
          <a:effectLst>
            <a:outerShdw blurRad="38100" dist="38100" dir="2700000" algn="tl">
              <a:srgbClr val="C0C0C0"/>
            </a:outerShdw>
          </a:effectLst>
          <a:latin typeface="서울헤드라인" pitchFamily="18" charset="-127"/>
          <a:ea typeface="서울헤드라인" pitchFamily="18" charset="-127"/>
        </a:defRPr>
      </a:lvl3pPr>
      <a:lvl4pPr algn="l" rtl="0" eaLnBrk="0" fontAlgn="base" latinLnBrk="1" hangingPunct="0">
        <a:spcBef>
          <a:spcPct val="0"/>
        </a:spcBef>
        <a:spcAft>
          <a:spcPct val="0"/>
        </a:spcAft>
        <a:defRPr kumimoji="1" sz="2800" b="1">
          <a:solidFill>
            <a:schemeClr val="tx1"/>
          </a:solidFill>
          <a:effectLst>
            <a:outerShdw blurRad="38100" dist="38100" dir="2700000" algn="tl">
              <a:srgbClr val="C0C0C0"/>
            </a:outerShdw>
          </a:effectLst>
          <a:latin typeface="서울헤드라인" pitchFamily="18" charset="-127"/>
          <a:ea typeface="서울헤드라인" pitchFamily="18" charset="-127"/>
        </a:defRPr>
      </a:lvl4pPr>
      <a:lvl5pPr algn="l" rtl="0" eaLnBrk="0" fontAlgn="base" latinLnBrk="1" hangingPunct="0">
        <a:spcBef>
          <a:spcPct val="0"/>
        </a:spcBef>
        <a:spcAft>
          <a:spcPct val="0"/>
        </a:spcAft>
        <a:defRPr kumimoji="1" sz="2800" b="1">
          <a:solidFill>
            <a:schemeClr val="tx1"/>
          </a:solidFill>
          <a:effectLst>
            <a:outerShdw blurRad="38100" dist="38100" dir="2700000" algn="tl">
              <a:srgbClr val="C0C0C0"/>
            </a:outerShdw>
          </a:effectLst>
          <a:latin typeface="서울헤드라인" pitchFamily="18" charset="-127"/>
          <a:ea typeface="서울헤드라인" pitchFamily="18" charset="-127"/>
        </a:defRPr>
      </a:lvl5pPr>
      <a:lvl6pPr marL="457200" algn="l" rtl="0" fontAlgn="base" latinLnBrk="1">
        <a:spcBef>
          <a:spcPct val="0"/>
        </a:spcBef>
        <a:spcAft>
          <a:spcPct val="0"/>
        </a:spcAft>
        <a:defRPr kumimoji="1" sz="2800" b="1">
          <a:solidFill>
            <a:schemeClr val="tx1"/>
          </a:solidFill>
          <a:effectLst>
            <a:outerShdw blurRad="38100" dist="38100" dir="2700000" algn="tl">
              <a:srgbClr val="C0C0C0"/>
            </a:outerShdw>
          </a:effectLst>
          <a:latin typeface="서울헤드라인" pitchFamily="18" charset="-127"/>
          <a:ea typeface="서울헤드라인" pitchFamily="18" charset="-127"/>
        </a:defRPr>
      </a:lvl6pPr>
      <a:lvl7pPr marL="914400" algn="l" rtl="0" fontAlgn="base" latinLnBrk="1">
        <a:spcBef>
          <a:spcPct val="0"/>
        </a:spcBef>
        <a:spcAft>
          <a:spcPct val="0"/>
        </a:spcAft>
        <a:defRPr kumimoji="1" sz="2800" b="1">
          <a:solidFill>
            <a:schemeClr val="tx1"/>
          </a:solidFill>
          <a:effectLst>
            <a:outerShdw blurRad="38100" dist="38100" dir="2700000" algn="tl">
              <a:srgbClr val="C0C0C0"/>
            </a:outerShdw>
          </a:effectLst>
          <a:latin typeface="서울헤드라인" pitchFamily="18" charset="-127"/>
          <a:ea typeface="서울헤드라인" pitchFamily="18" charset="-127"/>
        </a:defRPr>
      </a:lvl7pPr>
      <a:lvl8pPr marL="1371600" algn="l" rtl="0" fontAlgn="base" latinLnBrk="1">
        <a:spcBef>
          <a:spcPct val="0"/>
        </a:spcBef>
        <a:spcAft>
          <a:spcPct val="0"/>
        </a:spcAft>
        <a:defRPr kumimoji="1" sz="2800" b="1">
          <a:solidFill>
            <a:schemeClr val="tx1"/>
          </a:solidFill>
          <a:effectLst>
            <a:outerShdw blurRad="38100" dist="38100" dir="2700000" algn="tl">
              <a:srgbClr val="C0C0C0"/>
            </a:outerShdw>
          </a:effectLst>
          <a:latin typeface="서울헤드라인" pitchFamily="18" charset="-127"/>
          <a:ea typeface="서울헤드라인" pitchFamily="18" charset="-127"/>
        </a:defRPr>
      </a:lvl8pPr>
      <a:lvl9pPr marL="1828800" algn="l" rtl="0" fontAlgn="base" latinLnBrk="1">
        <a:spcBef>
          <a:spcPct val="0"/>
        </a:spcBef>
        <a:spcAft>
          <a:spcPct val="0"/>
        </a:spcAft>
        <a:defRPr kumimoji="1" sz="2800" b="1">
          <a:solidFill>
            <a:schemeClr val="tx1"/>
          </a:solidFill>
          <a:effectLst>
            <a:outerShdw blurRad="38100" dist="38100" dir="2700000" algn="tl">
              <a:srgbClr val="C0C0C0"/>
            </a:outerShdw>
          </a:effectLst>
          <a:latin typeface="서울헤드라인" pitchFamily="18" charset="-127"/>
          <a:ea typeface="서울헤드라인" pitchFamily="18" charset="-127"/>
        </a:defRPr>
      </a:lvl9pPr>
    </p:titleStyle>
    <p:bodyStyle>
      <a:lvl1pPr marL="342900" indent="-342900" algn="l" rtl="0" eaLnBrk="0" fontAlgn="base" latinLnBrk="1" hangingPunct="0">
        <a:lnSpc>
          <a:spcPct val="110000"/>
        </a:lnSpc>
        <a:spcBef>
          <a:spcPct val="20000"/>
        </a:spcBef>
        <a:spcAft>
          <a:spcPct val="0"/>
        </a:spcAft>
        <a:buClr>
          <a:srgbClr val="6600FF"/>
        </a:buClr>
        <a:buFont typeface="Wingdings" pitchFamily="2" charset="2"/>
        <a:buChar char="n"/>
        <a:defRPr kumimoji="1" sz="2000" b="1">
          <a:solidFill>
            <a:schemeClr val="tx1"/>
          </a:solidFill>
          <a:latin typeface="+mn-lt"/>
          <a:ea typeface="+mn-ea"/>
          <a:cs typeface="+mn-cs"/>
        </a:defRPr>
      </a:lvl1pPr>
      <a:lvl2pPr marL="742950" indent="-285750" algn="l" rtl="0" eaLnBrk="0" fontAlgn="base" latinLnBrk="1" hangingPunct="0">
        <a:lnSpc>
          <a:spcPct val="110000"/>
        </a:lnSpc>
        <a:spcBef>
          <a:spcPct val="20000"/>
        </a:spcBef>
        <a:spcAft>
          <a:spcPct val="0"/>
        </a:spcAft>
        <a:buClr>
          <a:srgbClr val="6600FF"/>
        </a:buClr>
        <a:buChar char="–"/>
        <a:defRPr kumimoji="1" b="1">
          <a:solidFill>
            <a:schemeClr val="tx1"/>
          </a:solidFill>
          <a:latin typeface="+mn-lt"/>
          <a:ea typeface="+mn-ea"/>
        </a:defRPr>
      </a:lvl2pPr>
      <a:lvl3pPr marL="1143000" indent="-228600" algn="l" rtl="0" eaLnBrk="0" fontAlgn="base" latinLnBrk="1" hangingPunct="0">
        <a:lnSpc>
          <a:spcPct val="110000"/>
        </a:lnSpc>
        <a:spcBef>
          <a:spcPct val="20000"/>
        </a:spcBef>
        <a:spcAft>
          <a:spcPct val="0"/>
        </a:spcAft>
        <a:buClr>
          <a:srgbClr val="6600FF"/>
        </a:buClr>
        <a:buChar char="•"/>
        <a:defRPr kumimoji="1" sz="1700" b="1">
          <a:solidFill>
            <a:schemeClr val="tx1"/>
          </a:solidFill>
          <a:latin typeface="+mn-lt"/>
          <a:ea typeface="+mn-ea"/>
        </a:defRPr>
      </a:lvl3pPr>
      <a:lvl4pPr marL="1600200" indent="-228600" algn="l" rtl="0" eaLnBrk="0" fontAlgn="base" latinLnBrk="1" hangingPunct="0">
        <a:lnSpc>
          <a:spcPct val="110000"/>
        </a:lnSpc>
        <a:spcBef>
          <a:spcPct val="20000"/>
        </a:spcBef>
        <a:spcAft>
          <a:spcPct val="0"/>
        </a:spcAft>
        <a:buClr>
          <a:srgbClr val="6600FF"/>
        </a:buClr>
        <a:buChar char="–"/>
        <a:defRPr kumimoji="1" sz="1600" b="1">
          <a:solidFill>
            <a:schemeClr val="tx1"/>
          </a:solidFill>
          <a:latin typeface="+mn-lt"/>
          <a:ea typeface="+mn-ea"/>
        </a:defRPr>
      </a:lvl4pPr>
      <a:lvl5pPr marL="2057400" indent="-228600" algn="l" rtl="0" eaLnBrk="0" fontAlgn="base" latinLnBrk="1" hangingPunct="0">
        <a:lnSpc>
          <a:spcPct val="110000"/>
        </a:lnSpc>
        <a:spcBef>
          <a:spcPct val="20000"/>
        </a:spcBef>
        <a:spcAft>
          <a:spcPct val="0"/>
        </a:spcAft>
        <a:buClr>
          <a:srgbClr val="6600FF"/>
        </a:buClr>
        <a:buChar char="•"/>
        <a:defRPr kumimoji="1" sz="1500" b="1">
          <a:solidFill>
            <a:schemeClr val="tx1"/>
          </a:solidFill>
          <a:latin typeface="+mn-lt"/>
          <a:ea typeface="+mn-ea"/>
        </a:defRPr>
      </a:lvl5pPr>
      <a:lvl6pPr marL="2514600" indent="-228600" algn="l" rtl="0" fontAlgn="base" latinLnBrk="1">
        <a:lnSpc>
          <a:spcPct val="110000"/>
        </a:lnSpc>
        <a:spcBef>
          <a:spcPct val="20000"/>
        </a:spcBef>
        <a:spcAft>
          <a:spcPct val="0"/>
        </a:spcAft>
        <a:buClr>
          <a:srgbClr val="6600FF"/>
        </a:buClr>
        <a:buChar char="•"/>
        <a:defRPr kumimoji="1" sz="1500" b="1">
          <a:solidFill>
            <a:schemeClr val="tx1"/>
          </a:solidFill>
          <a:latin typeface="+mn-lt"/>
          <a:ea typeface="+mn-ea"/>
        </a:defRPr>
      </a:lvl6pPr>
      <a:lvl7pPr marL="2971800" indent="-228600" algn="l" rtl="0" fontAlgn="base" latinLnBrk="1">
        <a:lnSpc>
          <a:spcPct val="110000"/>
        </a:lnSpc>
        <a:spcBef>
          <a:spcPct val="20000"/>
        </a:spcBef>
        <a:spcAft>
          <a:spcPct val="0"/>
        </a:spcAft>
        <a:buClr>
          <a:srgbClr val="6600FF"/>
        </a:buClr>
        <a:buChar char="•"/>
        <a:defRPr kumimoji="1" sz="1500" b="1">
          <a:solidFill>
            <a:schemeClr val="tx1"/>
          </a:solidFill>
          <a:latin typeface="+mn-lt"/>
          <a:ea typeface="+mn-ea"/>
        </a:defRPr>
      </a:lvl7pPr>
      <a:lvl8pPr marL="3429000" indent="-228600" algn="l" rtl="0" fontAlgn="base" latinLnBrk="1">
        <a:lnSpc>
          <a:spcPct val="110000"/>
        </a:lnSpc>
        <a:spcBef>
          <a:spcPct val="20000"/>
        </a:spcBef>
        <a:spcAft>
          <a:spcPct val="0"/>
        </a:spcAft>
        <a:buClr>
          <a:srgbClr val="6600FF"/>
        </a:buClr>
        <a:buChar char="•"/>
        <a:defRPr kumimoji="1" sz="1500" b="1">
          <a:solidFill>
            <a:schemeClr val="tx1"/>
          </a:solidFill>
          <a:latin typeface="+mn-lt"/>
          <a:ea typeface="+mn-ea"/>
        </a:defRPr>
      </a:lvl8pPr>
      <a:lvl9pPr marL="3886200" indent="-228600" algn="l" rtl="0" fontAlgn="base" latinLnBrk="1">
        <a:lnSpc>
          <a:spcPct val="110000"/>
        </a:lnSpc>
        <a:spcBef>
          <a:spcPct val="20000"/>
        </a:spcBef>
        <a:spcAft>
          <a:spcPct val="0"/>
        </a:spcAft>
        <a:buClr>
          <a:srgbClr val="6600FF"/>
        </a:buClr>
        <a:buChar char="•"/>
        <a:defRPr kumimoji="1" sz="1500" b="1">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9938" name="Rectangle 3"/>
          <p:cNvSpPr>
            <a:spLocks noGrp="1" noChangeArrowheads="1"/>
          </p:cNvSpPr>
          <p:nvPr>
            <p:ph type="body" idx="1"/>
          </p:nvPr>
        </p:nvSpPr>
        <p:spPr bwMode="auto">
          <a:xfrm>
            <a:off x="684213" y="1447800"/>
            <a:ext cx="7964487"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type="none" w="sm" len="sm"/>
                <a:tailEnd type="none" w="sm" len="sm"/>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103" name="Rectangle 7"/>
          <p:cNvSpPr>
            <a:spLocks noGrp="1" noChangeArrowheads="1"/>
          </p:cNvSpPr>
          <p:nvPr>
            <p:ph type="title"/>
          </p:nvPr>
        </p:nvSpPr>
        <p:spPr bwMode="auto">
          <a:xfrm>
            <a:off x="684213" y="404813"/>
            <a:ext cx="7920037" cy="685800"/>
          </a:xfrm>
          <a:prstGeom prst="rect">
            <a:avLst/>
          </a:prstGeom>
          <a:noFill/>
          <a:ln w="12700" cap="sq" algn="ctr">
            <a:noFill/>
            <a:miter lim="800000"/>
            <a:headEnd type="none" w="sm" len="sm"/>
            <a:tailEnd type="none" w="sm" len="sm"/>
          </a:ln>
          <a:effectLst/>
        </p:spPr>
        <p:txBody>
          <a:bodyPr vert="horz" wrap="square" lIns="91440" tIns="45720" rIns="91440" bIns="45720" numCol="1" anchor="ctr" anchorCtr="0" compatLnSpc="1">
            <a:prstTxWarp prst="textNoShape">
              <a:avLst/>
            </a:prstTxWarp>
          </a:bodyPr>
          <a:lstStyle/>
          <a:p>
            <a:pPr lvl="0"/>
            <a:r>
              <a:rPr lang="ko-KR" altLang="en-US" dirty="0"/>
              <a:t>마스터 제목 스타일 편집</a:t>
            </a:r>
          </a:p>
        </p:txBody>
      </p:sp>
      <p:sp>
        <p:nvSpPr>
          <p:cNvPr id="4" name="TextBox 3"/>
          <p:cNvSpPr txBox="1"/>
          <p:nvPr/>
        </p:nvSpPr>
        <p:spPr>
          <a:xfrm>
            <a:off x="57150" y="6550025"/>
            <a:ext cx="3211513" cy="254000"/>
          </a:xfrm>
          <a:prstGeom prst="rect">
            <a:avLst/>
          </a:prstGeom>
          <a:noFill/>
          <a:ln w="12700">
            <a:noFill/>
          </a:ln>
        </p:spPr>
        <p:txBody>
          <a:bodyPr wrap="none">
            <a:spAutoFit/>
          </a:bodyPr>
          <a:lstStyle/>
          <a:p>
            <a:pPr>
              <a:defRPr/>
            </a:pPr>
            <a:r>
              <a:rPr lang="en-US" altLang="ko-KR" sz="1050" b="1" dirty="0" err="1">
                <a:solidFill>
                  <a:srgbClr val="000000"/>
                </a:solidFill>
                <a:latin typeface="Adobe Fan Heiti Std B" panose="020B0700000000000000" pitchFamily="34" charset="-128"/>
                <a:ea typeface="Adobe Fan Heiti Std B" panose="020B0700000000000000" pitchFamily="34" charset="-128"/>
                <a:cs typeface="Courier New" panose="02070309020205020404" pitchFamily="49" charset="0"/>
              </a:rPr>
              <a:t>Voronoi</a:t>
            </a:r>
            <a:r>
              <a:rPr lang="en-US" altLang="ko-KR" sz="1050" b="1" dirty="0">
                <a:solidFill>
                  <a:srgbClr val="000000"/>
                </a:solidFill>
                <a:latin typeface="Adobe Fan Heiti Std B" panose="020B0700000000000000" pitchFamily="34" charset="-128"/>
                <a:ea typeface="Adobe Fan Heiti Std B" panose="020B0700000000000000" pitchFamily="34" charset="-128"/>
                <a:cs typeface="Courier New" panose="02070309020205020404" pitchFamily="49" charset="0"/>
              </a:rPr>
              <a:t> Diagram Research Center, </a:t>
            </a:r>
            <a:r>
              <a:rPr lang="en-US" altLang="ko-KR" sz="1050" b="1" dirty="0" err="1">
                <a:solidFill>
                  <a:srgbClr val="000000"/>
                </a:solidFill>
                <a:latin typeface="Adobe Fan Heiti Std B" panose="020B0700000000000000" pitchFamily="34" charset="-128"/>
                <a:ea typeface="Adobe Fan Heiti Std B" panose="020B0700000000000000" pitchFamily="34" charset="-128"/>
                <a:cs typeface="Courier New" panose="02070309020205020404" pitchFamily="49" charset="0"/>
              </a:rPr>
              <a:t>Hanyang</a:t>
            </a:r>
            <a:r>
              <a:rPr lang="en-US" altLang="ko-KR" sz="1050" b="1" dirty="0">
                <a:solidFill>
                  <a:srgbClr val="000000"/>
                </a:solidFill>
                <a:latin typeface="Adobe Fan Heiti Std B" panose="020B0700000000000000" pitchFamily="34" charset="-128"/>
                <a:ea typeface="Adobe Fan Heiti Std B" panose="020B0700000000000000" pitchFamily="34" charset="-128"/>
                <a:cs typeface="Courier New" panose="02070309020205020404" pitchFamily="49" charset="0"/>
              </a:rPr>
              <a:t> Univ.</a:t>
            </a:r>
            <a:endParaRPr lang="ko-KR" altLang="en-US" sz="1050" b="1" dirty="0">
              <a:solidFill>
                <a:srgbClr val="000000"/>
              </a:solidFill>
              <a:latin typeface="Adobe Fan Heiti Std B" panose="020B0700000000000000" pitchFamily="34" charset="-128"/>
              <a:ea typeface="HY견명조" panose="02030600000101010101" pitchFamily="18" charset="-127"/>
              <a:cs typeface="Courier New" panose="02070309020205020404" pitchFamily="49" charset="0"/>
            </a:endParaRPr>
          </a:p>
        </p:txBody>
      </p:sp>
      <p:sp>
        <p:nvSpPr>
          <p:cNvPr id="5" name="슬라이드 번호 개체 틀 3"/>
          <p:cNvSpPr>
            <a:spLocks noGrp="1"/>
          </p:cNvSpPr>
          <p:nvPr>
            <p:ph type="sldNum" sz="quarter" idx="4"/>
          </p:nvPr>
        </p:nvSpPr>
        <p:spPr>
          <a:xfrm>
            <a:off x="6902450" y="6550025"/>
            <a:ext cx="2133600" cy="222250"/>
          </a:xfrm>
          <a:prstGeom prst="rect">
            <a:avLst/>
          </a:prstGeom>
        </p:spPr>
        <p:txBody>
          <a:bodyPr/>
          <a:lstStyle>
            <a:lvl1pPr algn="r" fontAlgn="auto">
              <a:spcBef>
                <a:spcPts val="0"/>
              </a:spcBef>
              <a:spcAft>
                <a:spcPts val="0"/>
              </a:spcAft>
              <a:defRPr kumimoji="0" sz="1050" b="1" smtClean="0">
                <a:solidFill>
                  <a:srgbClr val="000000"/>
                </a:solidFill>
                <a:latin typeface="+mn-lt"/>
                <a:ea typeface="+mn-ea"/>
              </a:defRPr>
            </a:lvl1pPr>
          </a:lstStyle>
          <a:p>
            <a:pPr>
              <a:defRPr/>
            </a:pPr>
            <a:fld id="{3F31E752-30A8-4E4F-AF74-2914F4B15079}" type="slidenum">
              <a:rPr lang="ko-KR" altLang="en-US"/>
              <a:pPr>
                <a:defRPr/>
              </a:pPr>
              <a:t>‹#›</a:t>
            </a:fld>
            <a:endParaRPr lang="ko-KR" altLang="en-US" dirty="0"/>
          </a:p>
        </p:txBody>
      </p:sp>
    </p:spTree>
    <p:extLst>
      <p:ext uri="{BB962C8B-B14F-4D97-AF65-F5344CB8AC3E}">
        <p14:creationId xmlns:p14="http://schemas.microsoft.com/office/powerpoint/2010/main" val="371424867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Lst>
  <p:hf hdr="0" ftr="0" dt="0"/>
  <p:txStyles>
    <p:titleStyle>
      <a:lvl1pPr algn="l" rtl="0" eaLnBrk="0" fontAlgn="base" latinLnBrk="1" hangingPunct="0">
        <a:spcBef>
          <a:spcPct val="0"/>
        </a:spcBef>
        <a:spcAft>
          <a:spcPct val="0"/>
        </a:spcAft>
        <a:defRPr kumimoji="1" sz="2400" b="1">
          <a:solidFill>
            <a:schemeClr val="accent2"/>
          </a:solidFill>
          <a:effectLst>
            <a:outerShdw blurRad="38100" dist="38100" dir="2700000" algn="tl">
              <a:srgbClr val="C0C0C0"/>
            </a:outerShdw>
          </a:effectLst>
          <a:latin typeface="Arial" charset="0"/>
          <a:ea typeface="+mj-ea"/>
          <a:cs typeface="+mj-cs"/>
        </a:defRPr>
      </a:lvl1pPr>
      <a:lvl2pPr algn="l" rtl="0" eaLnBrk="0" fontAlgn="base" latinLnBrk="1" hangingPunct="0">
        <a:spcBef>
          <a:spcPct val="0"/>
        </a:spcBef>
        <a:spcAft>
          <a:spcPct val="0"/>
        </a:spcAft>
        <a:defRPr kumimoji="1" sz="2400" b="1">
          <a:solidFill>
            <a:schemeClr val="accent2"/>
          </a:solidFill>
          <a:effectLst>
            <a:outerShdw blurRad="38100" dist="38100" dir="2700000" algn="tl">
              <a:srgbClr val="C0C0C0"/>
            </a:outerShdw>
          </a:effectLst>
          <a:latin typeface="Arial" charset="0"/>
          <a:ea typeface="굴림" pitchFamily="50" charset="-127"/>
        </a:defRPr>
      </a:lvl2pPr>
      <a:lvl3pPr algn="l" rtl="0" eaLnBrk="0" fontAlgn="base" latinLnBrk="1" hangingPunct="0">
        <a:spcBef>
          <a:spcPct val="0"/>
        </a:spcBef>
        <a:spcAft>
          <a:spcPct val="0"/>
        </a:spcAft>
        <a:defRPr kumimoji="1" sz="2400" b="1">
          <a:solidFill>
            <a:schemeClr val="accent2"/>
          </a:solidFill>
          <a:effectLst>
            <a:outerShdw blurRad="38100" dist="38100" dir="2700000" algn="tl">
              <a:srgbClr val="C0C0C0"/>
            </a:outerShdw>
          </a:effectLst>
          <a:latin typeface="Arial" charset="0"/>
          <a:ea typeface="굴림" pitchFamily="50" charset="-127"/>
        </a:defRPr>
      </a:lvl3pPr>
      <a:lvl4pPr algn="l" rtl="0" eaLnBrk="0" fontAlgn="base" latinLnBrk="1" hangingPunct="0">
        <a:spcBef>
          <a:spcPct val="0"/>
        </a:spcBef>
        <a:spcAft>
          <a:spcPct val="0"/>
        </a:spcAft>
        <a:defRPr kumimoji="1" sz="2400" b="1">
          <a:solidFill>
            <a:schemeClr val="accent2"/>
          </a:solidFill>
          <a:effectLst>
            <a:outerShdw blurRad="38100" dist="38100" dir="2700000" algn="tl">
              <a:srgbClr val="C0C0C0"/>
            </a:outerShdw>
          </a:effectLst>
          <a:latin typeface="Arial" charset="0"/>
          <a:ea typeface="굴림" pitchFamily="50" charset="-127"/>
        </a:defRPr>
      </a:lvl4pPr>
      <a:lvl5pPr algn="l" rtl="0" eaLnBrk="0" fontAlgn="base" latinLnBrk="1" hangingPunct="0">
        <a:spcBef>
          <a:spcPct val="0"/>
        </a:spcBef>
        <a:spcAft>
          <a:spcPct val="0"/>
        </a:spcAft>
        <a:defRPr kumimoji="1" sz="2400" b="1">
          <a:solidFill>
            <a:schemeClr val="accent2"/>
          </a:solidFill>
          <a:effectLst>
            <a:outerShdw blurRad="38100" dist="38100" dir="2700000" algn="tl">
              <a:srgbClr val="C0C0C0"/>
            </a:outerShdw>
          </a:effectLst>
          <a:latin typeface="Arial" charset="0"/>
          <a:ea typeface="굴림" pitchFamily="50" charset="-127"/>
        </a:defRPr>
      </a:lvl5pPr>
      <a:lvl6pPr marL="342900" algn="l" rtl="0" fontAlgn="base" latinLnBrk="1">
        <a:spcBef>
          <a:spcPct val="0"/>
        </a:spcBef>
        <a:spcAft>
          <a:spcPct val="0"/>
        </a:spcAft>
        <a:defRPr kumimoji="1" sz="2400" b="1">
          <a:solidFill>
            <a:schemeClr val="accent2"/>
          </a:solidFill>
          <a:effectLst>
            <a:outerShdw blurRad="38100" dist="38100" dir="2700000" algn="tl">
              <a:srgbClr val="C0C0C0"/>
            </a:outerShdw>
          </a:effectLst>
          <a:latin typeface="Verdana" pitchFamily="34" charset="0"/>
          <a:ea typeface="굴림" pitchFamily="50" charset="-127"/>
        </a:defRPr>
      </a:lvl6pPr>
      <a:lvl7pPr marL="685800" algn="l" rtl="0" fontAlgn="base" latinLnBrk="1">
        <a:spcBef>
          <a:spcPct val="0"/>
        </a:spcBef>
        <a:spcAft>
          <a:spcPct val="0"/>
        </a:spcAft>
        <a:defRPr kumimoji="1" sz="2400" b="1">
          <a:solidFill>
            <a:schemeClr val="accent2"/>
          </a:solidFill>
          <a:effectLst>
            <a:outerShdw blurRad="38100" dist="38100" dir="2700000" algn="tl">
              <a:srgbClr val="C0C0C0"/>
            </a:outerShdw>
          </a:effectLst>
          <a:latin typeface="Verdana" pitchFamily="34" charset="0"/>
          <a:ea typeface="굴림" pitchFamily="50" charset="-127"/>
        </a:defRPr>
      </a:lvl7pPr>
      <a:lvl8pPr marL="1028700" algn="l" rtl="0" fontAlgn="base" latinLnBrk="1">
        <a:spcBef>
          <a:spcPct val="0"/>
        </a:spcBef>
        <a:spcAft>
          <a:spcPct val="0"/>
        </a:spcAft>
        <a:defRPr kumimoji="1" sz="2400" b="1">
          <a:solidFill>
            <a:schemeClr val="accent2"/>
          </a:solidFill>
          <a:effectLst>
            <a:outerShdw blurRad="38100" dist="38100" dir="2700000" algn="tl">
              <a:srgbClr val="C0C0C0"/>
            </a:outerShdw>
          </a:effectLst>
          <a:latin typeface="Verdana" pitchFamily="34" charset="0"/>
          <a:ea typeface="굴림" pitchFamily="50" charset="-127"/>
        </a:defRPr>
      </a:lvl8pPr>
      <a:lvl9pPr marL="1371600" algn="l" rtl="0" fontAlgn="base" latinLnBrk="1">
        <a:spcBef>
          <a:spcPct val="0"/>
        </a:spcBef>
        <a:spcAft>
          <a:spcPct val="0"/>
        </a:spcAft>
        <a:defRPr kumimoji="1" sz="2400" b="1">
          <a:solidFill>
            <a:schemeClr val="accent2"/>
          </a:solidFill>
          <a:effectLst>
            <a:outerShdw blurRad="38100" dist="38100" dir="2700000" algn="tl">
              <a:srgbClr val="C0C0C0"/>
            </a:outerShdw>
          </a:effectLst>
          <a:latin typeface="Verdana" pitchFamily="34" charset="0"/>
          <a:ea typeface="굴림" pitchFamily="50" charset="-127"/>
        </a:defRPr>
      </a:lvl9pPr>
    </p:titleStyle>
    <p:bodyStyle>
      <a:lvl1pPr marL="257175" indent="-257175" algn="l" rtl="0" eaLnBrk="0" fontAlgn="base" latinLnBrk="1" hangingPunct="0">
        <a:lnSpc>
          <a:spcPct val="110000"/>
        </a:lnSpc>
        <a:spcBef>
          <a:spcPct val="20000"/>
        </a:spcBef>
        <a:spcAft>
          <a:spcPct val="0"/>
        </a:spcAft>
        <a:buClr>
          <a:srgbClr val="6600FF"/>
        </a:buClr>
        <a:buFont typeface="Wingdings" pitchFamily="2" charset="2"/>
        <a:buChar char="n"/>
        <a:defRPr kumimoji="1" sz="1500" b="1">
          <a:solidFill>
            <a:schemeClr val="tx1"/>
          </a:solidFill>
          <a:latin typeface="Arial" charset="0"/>
          <a:ea typeface="+mn-ea"/>
          <a:cs typeface="+mn-cs"/>
        </a:defRPr>
      </a:lvl1pPr>
      <a:lvl2pPr marL="557213" indent="-214313" algn="l" rtl="0" eaLnBrk="0" fontAlgn="base" latinLnBrk="1" hangingPunct="0">
        <a:lnSpc>
          <a:spcPct val="110000"/>
        </a:lnSpc>
        <a:spcBef>
          <a:spcPct val="20000"/>
        </a:spcBef>
        <a:spcAft>
          <a:spcPct val="0"/>
        </a:spcAft>
        <a:buClr>
          <a:srgbClr val="6600FF"/>
        </a:buClr>
        <a:buChar char="–"/>
        <a:defRPr kumimoji="1" b="1">
          <a:solidFill>
            <a:schemeClr val="tx1"/>
          </a:solidFill>
          <a:latin typeface="Arial" charset="0"/>
          <a:ea typeface="+mn-ea"/>
        </a:defRPr>
      </a:lvl2pPr>
      <a:lvl3pPr marL="857250" indent="-171450" algn="l" rtl="0" eaLnBrk="0" fontAlgn="base" latinLnBrk="1" hangingPunct="0">
        <a:lnSpc>
          <a:spcPct val="110000"/>
        </a:lnSpc>
        <a:spcBef>
          <a:spcPct val="20000"/>
        </a:spcBef>
        <a:spcAft>
          <a:spcPct val="0"/>
        </a:spcAft>
        <a:buClr>
          <a:srgbClr val="6600FF"/>
        </a:buClr>
        <a:buChar char="•"/>
        <a:defRPr kumimoji="1" sz="1200" b="1">
          <a:solidFill>
            <a:schemeClr val="tx1"/>
          </a:solidFill>
          <a:latin typeface="Arial" charset="0"/>
          <a:ea typeface="+mn-ea"/>
        </a:defRPr>
      </a:lvl3pPr>
      <a:lvl4pPr marL="1200150" indent="-171450" algn="l" rtl="0" eaLnBrk="0" fontAlgn="base" latinLnBrk="1" hangingPunct="0">
        <a:lnSpc>
          <a:spcPct val="110000"/>
        </a:lnSpc>
        <a:spcBef>
          <a:spcPct val="20000"/>
        </a:spcBef>
        <a:spcAft>
          <a:spcPct val="0"/>
        </a:spcAft>
        <a:buClr>
          <a:srgbClr val="6600FF"/>
        </a:buClr>
        <a:buChar char="–"/>
        <a:defRPr kumimoji="1" sz="1200" b="1">
          <a:solidFill>
            <a:schemeClr val="tx1"/>
          </a:solidFill>
          <a:latin typeface="Arial" charset="0"/>
          <a:ea typeface="+mn-ea"/>
        </a:defRPr>
      </a:lvl4pPr>
      <a:lvl5pPr marL="1543050" indent="-171450" algn="l" rtl="0" eaLnBrk="0" fontAlgn="base" latinLnBrk="1" hangingPunct="0">
        <a:lnSpc>
          <a:spcPct val="110000"/>
        </a:lnSpc>
        <a:spcBef>
          <a:spcPct val="20000"/>
        </a:spcBef>
        <a:spcAft>
          <a:spcPct val="0"/>
        </a:spcAft>
        <a:buClr>
          <a:srgbClr val="6600FF"/>
        </a:buClr>
        <a:buChar char="•"/>
        <a:defRPr kumimoji="1" sz="1100" b="1">
          <a:solidFill>
            <a:schemeClr val="tx1"/>
          </a:solidFill>
          <a:latin typeface="Arial" charset="0"/>
          <a:ea typeface="+mn-ea"/>
        </a:defRPr>
      </a:lvl5pPr>
      <a:lvl6pPr marL="1885950" indent="-171450" algn="l" rtl="0" fontAlgn="base" latinLnBrk="1">
        <a:lnSpc>
          <a:spcPct val="110000"/>
        </a:lnSpc>
        <a:spcBef>
          <a:spcPct val="20000"/>
        </a:spcBef>
        <a:spcAft>
          <a:spcPct val="0"/>
        </a:spcAft>
        <a:buClr>
          <a:srgbClr val="6600FF"/>
        </a:buClr>
        <a:buChar char="•"/>
        <a:defRPr kumimoji="1" sz="1125" b="1">
          <a:solidFill>
            <a:schemeClr val="tx1"/>
          </a:solidFill>
          <a:latin typeface="+mn-lt"/>
          <a:ea typeface="+mn-ea"/>
        </a:defRPr>
      </a:lvl6pPr>
      <a:lvl7pPr marL="2228850" indent="-171450" algn="l" rtl="0" fontAlgn="base" latinLnBrk="1">
        <a:lnSpc>
          <a:spcPct val="110000"/>
        </a:lnSpc>
        <a:spcBef>
          <a:spcPct val="20000"/>
        </a:spcBef>
        <a:spcAft>
          <a:spcPct val="0"/>
        </a:spcAft>
        <a:buClr>
          <a:srgbClr val="6600FF"/>
        </a:buClr>
        <a:buChar char="•"/>
        <a:defRPr kumimoji="1" sz="1125" b="1">
          <a:solidFill>
            <a:schemeClr val="tx1"/>
          </a:solidFill>
          <a:latin typeface="+mn-lt"/>
          <a:ea typeface="+mn-ea"/>
        </a:defRPr>
      </a:lvl7pPr>
      <a:lvl8pPr marL="2571750" indent="-171450" algn="l" rtl="0" fontAlgn="base" latinLnBrk="1">
        <a:lnSpc>
          <a:spcPct val="110000"/>
        </a:lnSpc>
        <a:spcBef>
          <a:spcPct val="20000"/>
        </a:spcBef>
        <a:spcAft>
          <a:spcPct val="0"/>
        </a:spcAft>
        <a:buClr>
          <a:srgbClr val="6600FF"/>
        </a:buClr>
        <a:buChar char="•"/>
        <a:defRPr kumimoji="1" sz="1125" b="1">
          <a:solidFill>
            <a:schemeClr val="tx1"/>
          </a:solidFill>
          <a:latin typeface="+mn-lt"/>
          <a:ea typeface="+mn-ea"/>
        </a:defRPr>
      </a:lvl8pPr>
      <a:lvl9pPr marL="2914650" indent="-171450" algn="l" rtl="0" fontAlgn="base" latinLnBrk="1">
        <a:lnSpc>
          <a:spcPct val="110000"/>
        </a:lnSpc>
        <a:spcBef>
          <a:spcPct val="20000"/>
        </a:spcBef>
        <a:spcAft>
          <a:spcPct val="0"/>
        </a:spcAft>
        <a:buClr>
          <a:srgbClr val="6600FF"/>
        </a:buClr>
        <a:buChar char="•"/>
        <a:defRPr kumimoji="1" sz="1125" b="1">
          <a:solidFill>
            <a:schemeClr val="tx1"/>
          </a:solidFill>
          <a:latin typeface="+mn-lt"/>
          <a:ea typeface="+mn-ea"/>
        </a:defRPr>
      </a:lvl9pPr>
    </p:bodyStyle>
    <p:otherStyle>
      <a:defPPr>
        <a:defRPr lang="ko-KR"/>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9938" name="Rectangle 3"/>
          <p:cNvSpPr>
            <a:spLocks noGrp="1" noChangeArrowheads="1"/>
          </p:cNvSpPr>
          <p:nvPr>
            <p:ph type="body" idx="1"/>
          </p:nvPr>
        </p:nvSpPr>
        <p:spPr bwMode="auto">
          <a:xfrm>
            <a:off x="684214" y="1447800"/>
            <a:ext cx="7964487"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type="none" w="sm" len="sm"/>
                <a:tailEnd type="none" w="sm" len="sm"/>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103" name="Rectangle 7"/>
          <p:cNvSpPr>
            <a:spLocks noGrp="1" noChangeArrowheads="1"/>
          </p:cNvSpPr>
          <p:nvPr>
            <p:ph type="title"/>
          </p:nvPr>
        </p:nvSpPr>
        <p:spPr bwMode="auto">
          <a:xfrm>
            <a:off x="684214" y="404813"/>
            <a:ext cx="7920037" cy="685800"/>
          </a:xfrm>
          <a:prstGeom prst="rect">
            <a:avLst/>
          </a:prstGeom>
          <a:noFill/>
          <a:ln w="12700" cap="sq" algn="ctr">
            <a:noFill/>
            <a:miter lim="800000"/>
            <a:headEnd type="none" w="sm" len="sm"/>
            <a:tailEnd type="none" w="sm" len="sm"/>
          </a:ln>
          <a:effectLst/>
        </p:spPr>
        <p:txBody>
          <a:bodyPr vert="horz" wrap="square" lIns="91440" tIns="45720" rIns="91440" bIns="45720" numCol="1" anchor="ctr" anchorCtr="0" compatLnSpc="1">
            <a:prstTxWarp prst="textNoShape">
              <a:avLst/>
            </a:prstTxWarp>
          </a:bodyPr>
          <a:lstStyle/>
          <a:p>
            <a:pPr lvl="0"/>
            <a:r>
              <a:rPr lang="ko-KR" altLang="en-US" dirty="0"/>
              <a:t>마스터 제목 스타일 편집</a:t>
            </a:r>
          </a:p>
        </p:txBody>
      </p:sp>
      <p:sp>
        <p:nvSpPr>
          <p:cNvPr id="5" name="슬라이드 번호 개체 틀 3"/>
          <p:cNvSpPr>
            <a:spLocks noGrp="1"/>
          </p:cNvSpPr>
          <p:nvPr>
            <p:ph type="sldNum" sz="quarter" idx="4"/>
          </p:nvPr>
        </p:nvSpPr>
        <p:spPr>
          <a:xfrm>
            <a:off x="6902896" y="6550747"/>
            <a:ext cx="2133600" cy="221109"/>
          </a:xfrm>
          <a:prstGeom prst="rect">
            <a:avLst/>
          </a:prstGeom>
        </p:spPr>
        <p:txBody>
          <a:bodyPr/>
          <a:lstStyle>
            <a:lvl1pPr algn="r">
              <a:defRPr sz="1050" b="1"/>
            </a:lvl1pPr>
          </a:lstStyle>
          <a:p>
            <a:pPr>
              <a:defRPr/>
            </a:pPr>
            <a:fld id="{FEE1992A-ED1E-4453-B3FA-D29CB5E7811F}" type="slidenum">
              <a:rPr lang="ko-KR" altLang="en-US" smtClean="0">
                <a:solidFill>
                  <a:srgbClr val="000000"/>
                </a:solidFill>
              </a:rPr>
              <a:pPr>
                <a:defRPr/>
              </a:pPr>
              <a:t>‹#›</a:t>
            </a:fld>
            <a:endParaRPr lang="ko-KR" altLang="en-US" dirty="0">
              <a:solidFill>
                <a:srgbClr val="000000"/>
              </a:solidFill>
            </a:endParaRPr>
          </a:p>
        </p:txBody>
      </p:sp>
    </p:spTree>
    <p:extLst>
      <p:ext uri="{BB962C8B-B14F-4D97-AF65-F5344CB8AC3E}">
        <p14:creationId xmlns:p14="http://schemas.microsoft.com/office/powerpoint/2010/main" val="3199806399"/>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Lst>
  <p:hf hdr="0" ftr="0" dt="0"/>
  <p:txStyles>
    <p:titleStyle>
      <a:lvl1pPr algn="l" rtl="0" eaLnBrk="0" fontAlgn="base" latinLnBrk="1" hangingPunct="0">
        <a:spcBef>
          <a:spcPct val="0"/>
        </a:spcBef>
        <a:spcAft>
          <a:spcPct val="0"/>
        </a:spcAft>
        <a:defRPr kumimoji="1" sz="2800" b="1">
          <a:solidFill>
            <a:schemeClr val="accent2"/>
          </a:solidFill>
          <a:effectLst>
            <a:outerShdw blurRad="38100" dist="38100" dir="2700000" algn="tl">
              <a:srgbClr val="C0C0C0"/>
            </a:outerShdw>
          </a:effectLst>
          <a:latin typeface="Arial" charset="0"/>
          <a:ea typeface="+mj-ea"/>
          <a:cs typeface="+mj-cs"/>
        </a:defRPr>
      </a:lvl1pPr>
      <a:lvl2pPr algn="l" rtl="0" eaLnBrk="0" fontAlgn="base" latinLnBrk="1" hangingPunct="0">
        <a:spcBef>
          <a:spcPct val="0"/>
        </a:spcBef>
        <a:spcAft>
          <a:spcPct val="0"/>
        </a:spcAft>
        <a:defRPr kumimoji="1" sz="2400" b="1">
          <a:solidFill>
            <a:schemeClr val="accent2"/>
          </a:solidFill>
          <a:effectLst>
            <a:outerShdw blurRad="38100" dist="38100" dir="2700000" algn="tl">
              <a:srgbClr val="C0C0C0"/>
            </a:outerShdw>
          </a:effectLst>
          <a:latin typeface="Arial" charset="0"/>
          <a:ea typeface="굴림" pitchFamily="50" charset="-127"/>
        </a:defRPr>
      </a:lvl2pPr>
      <a:lvl3pPr algn="l" rtl="0" eaLnBrk="0" fontAlgn="base" latinLnBrk="1" hangingPunct="0">
        <a:spcBef>
          <a:spcPct val="0"/>
        </a:spcBef>
        <a:spcAft>
          <a:spcPct val="0"/>
        </a:spcAft>
        <a:defRPr kumimoji="1" sz="2400" b="1">
          <a:solidFill>
            <a:schemeClr val="accent2"/>
          </a:solidFill>
          <a:effectLst>
            <a:outerShdw blurRad="38100" dist="38100" dir="2700000" algn="tl">
              <a:srgbClr val="C0C0C0"/>
            </a:outerShdw>
          </a:effectLst>
          <a:latin typeface="Arial" charset="0"/>
          <a:ea typeface="굴림" pitchFamily="50" charset="-127"/>
        </a:defRPr>
      </a:lvl3pPr>
      <a:lvl4pPr algn="l" rtl="0" eaLnBrk="0" fontAlgn="base" latinLnBrk="1" hangingPunct="0">
        <a:spcBef>
          <a:spcPct val="0"/>
        </a:spcBef>
        <a:spcAft>
          <a:spcPct val="0"/>
        </a:spcAft>
        <a:defRPr kumimoji="1" sz="2400" b="1">
          <a:solidFill>
            <a:schemeClr val="accent2"/>
          </a:solidFill>
          <a:effectLst>
            <a:outerShdw blurRad="38100" dist="38100" dir="2700000" algn="tl">
              <a:srgbClr val="C0C0C0"/>
            </a:outerShdw>
          </a:effectLst>
          <a:latin typeface="Arial" charset="0"/>
          <a:ea typeface="굴림" pitchFamily="50" charset="-127"/>
        </a:defRPr>
      </a:lvl4pPr>
      <a:lvl5pPr algn="l" rtl="0" eaLnBrk="0" fontAlgn="base" latinLnBrk="1" hangingPunct="0">
        <a:spcBef>
          <a:spcPct val="0"/>
        </a:spcBef>
        <a:spcAft>
          <a:spcPct val="0"/>
        </a:spcAft>
        <a:defRPr kumimoji="1" sz="2400" b="1">
          <a:solidFill>
            <a:schemeClr val="accent2"/>
          </a:solidFill>
          <a:effectLst>
            <a:outerShdw blurRad="38100" dist="38100" dir="2700000" algn="tl">
              <a:srgbClr val="C0C0C0"/>
            </a:outerShdw>
          </a:effectLst>
          <a:latin typeface="Arial" charset="0"/>
          <a:ea typeface="굴림" pitchFamily="50" charset="-127"/>
        </a:defRPr>
      </a:lvl5pPr>
      <a:lvl6pPr marL="342900" algn="l" rtl="0" fontAlgn="base" latinLnBrk="1">
        <a:spcBef>
          <a:spcPct val="0"/>
        </a:spcBef>
        <a:spcAft>
          <a:spcPct val="0"/>
        </a:spcAft>
        <a:defRPr kumimoji="1" sz="2400" b="1">
          <a:solidFill>
            <a:schemeClr val="accent2"/>
          </a:solidFill>
          <a:effectLst>
            <a:outerShdw blurRad="38100" dist="38100" dir="2700000" algn="tl">
              <a:srgbClr val="C0C0C0"/>
            </a:outerShdw>
          </a:effectLst>
          <a:latin typeface="Verdana" pitchFamily="34" charset="0"/>
          <a:ea typeface="굴림" pitchFamily="50" charset="-127"/>
        </a:defRPr>
      </a:lvl6pPr>
      <a:lvl7pPr marL="685800" algn="l" rtl="0" fontAlgn="base" latinLnBrk="1">
        <a:spcBef>
          <a:spcPct val="0"/>
        </a:spcBef>
        <a:spcAft>
          <a:spcPct val="0"/>
        </a:spcAft>
        <a:defRPr kumimoji="1" sz="2400" b="1">
          <a:solidFill>
            <a:schemeClr val="accent2"/>
          </a:solidFill>
          <a:effectLst>
            <a:outerShdw blurRad="38100" dist="38100" dir="2700000" algn="tl">
              <a:srgbClr val="C0C0C0"/>
            </a:outerShdw>
          </a:effectLst>
          <a:latin typeface="Verdana" pitchFamily="34" charset="0"/>
          <a:ea typeface="굴림" pitchFamily="50" charset="-127"/>
        </a:defRPr>
      </a:lvl7pPr>
      <a:lvl8pPr marL="1028700" algn="l" rtl="0" fontAlgn="base" latinLnBrk="1">
        <a:spcBef>
          <a:spcPct val="0"/>
        </a:spcBef>
        <a:spcAft>
          <a:spcPct val="0"/>
        </a:spcAft>
        <a:defRPr kumimoji="1" sz="2400" b="1">
          <a:solidFill>
            <a:schemeClr val="accent2"/>
          </a:solidFill>
          <a:effectLst>
            <a:outerShdw blurRad="38100" dist="38100" dir="2700000" algn="tl">
              <a:srgbClr val="C0C0C0"/>
            </a:outerShdw>
          </a:effectLst>
          <a:latin typeface="Verdana" pitchFamily="34" charset="0"/>
          <a:ea typeface="굴림" pitchFamily="50" charset="-127"/>
        </a:defRPr>
      </a:lvl8pPr>
      <a:lvl9pPr marL="1371600" algn="l" rtl="0" fontAlgn="base" latinLnBrk="1">
        <a:spcBef>
          <a:spcPct val="0"/>
        </a:spcBef>
        <a:spcAft>
          <a:spcPct val="0"/>
        </a:spcAft>
        <a:defRPr kumimoji="1" sz="2400" b="1">
          <a:solidFill>
            <a:schemeClr val="accent2"/>
          </a:solidFill>
          <a:effectLst>
            <a:outerShdw blurRad="38100" dist="38100" dir="2700000" algn="tl">
              <a:srgbClr val="C0C0C0"/>
            </a:outerShdw>
          </a:effectLst>
          <a:latin typeface="Verdana" pitchFamily="34" charset="0"/>
          <a:ea typeface="굴림" pitchFamily="50" charset="-127"/>
        </a:defRPr>
      </a:lvl9pPr>
    </p:titleStyle>
    <p:bodyStyle>
      <a:lvl1pPr marL="257175" indent="-257175" algn="l" rtl="0" eaLnBrk="0" fontAlgn="base" latinLnBrk="1" hangingPunct="0">
        <a:lnSpc>
          <a:spcPct val="110000"/>
        </a:lnSpc>
        <a:spcBef>
          <a:spcPct val="20000"/>
        </a:spcBef>
        <a:spcAft>
          <a:spcPct val="0"/>
        </a:spcAft>
        <a:buClr>
          <a:srgbClr val="6600FF"/>
        </a:buClr>
        <a:buFont typeface="Wingdings" pitchFamily="2" charset="2"/>
        <a:buChar char="n"/>
        <a:defRPr kumimoji="1" sz="1500" b="1">
          <a:solidFill>
            <a:schemeClr val="tx1"/>
          </a:solidFill>
          <a:latin typeface="Arial" charset="0"/>
          <a:ea typeface="+mn-ea"/>
          <a:cs typeface="+mn-cs"/>
        </a:defRPr>
      </a:lvl1pPr>
      <a:lvl2pPr marL="557213" indent="-214313" algn="l" rtl="0" eaLnBrk="0" fontAlgn="base" latinLnBrk="1" hangingPunct="0">
        <a:lnSpc>
          <a:spcPct val="110000"/>
        </a:lnSpc>
        <a:spcBef>
          <a:spcPct val="20000"/>
        </a:spcBef>
        <a:spcAft>
          <a:spcPct val="0"/>
        </a:spcAft>
        <a:buClr>
          <a:srgbClr val="6600FF"/>
        </a:buClr>
        <a:buChar char="–"/>
        <a:defRPr kumimoji="1" b="1">
          <a:solidFill>
            <a:schemeClr val="tx1"/>
          </a:solidFill>
          <a:latin typeface="Arial" charset="0"/>
          <a:ea typeface="+mn-ea"/>
        </a:defRPr>
      </a:lvl2pPr>
      <a:lvl3pPr marL="857250" indent="-171450" algn="l" rtl="0" eaLnBrk="0" fontAlgn="base" latinLnBrk="1" hangingPunct="0">
        <a:lnSpc>
          <a:spcPct val="110000"/>
        </a:lnSpc>
        <a:spcBef>
          <a:spcPct val="20000"/>
        </a:spcBef>
        <a:spcAft>
          <a:spcPct val="0"/>
        </a:spcAft>
        <a:buClr>
          <a:srgbClr val="6600FF"/>
        </a:buClr>
        <a:buChar char="•"/>
        <a:defRPr kumimoji="1" sz="1275" b="1">
          <a:solidFill>
            <a:schemeClr val="tx1"/>
          </a:solidFill>
          <a:latin typeface="Arial" charset="0"/>
          <a:ea typeface="+mn-ea"/>
        </a:defRPr>
      </a:lvl3pPr>
      <a:lvl4pPr marL="1200150" indent="-171450" algn="l" rtl="0" eaLnBrk="0" fontAlgn="base" latinLnBrk="1" hangingPunct="0">
        <a:lnSpc>
          <a:spcPct val="110000"/>
        </a:lnSpc>
        <a:spcBef>
          <a:spcPct val="20000"/>
        </a:spcBef>
        <a:spcAft>
          <a:spcPct val="0"/>
        </a:spcAft>
        <a:buClr>
          <a:srgbClr val="6600FF"/>
        </a:buClr>
        <a:buChar char="–"/>
        <a:defRPr kumimoji="1" sz="1200" b="1">
          <a:solidFill>
            <a:schemeClr val="tx1"/>
          </a:solidFill>
          <a:latin typeface="Arial" charset="0"/>
          <a:ea typeface="+mn-ea"/>
        </a:defRPr>
      </a:lvl4pPr>
      <a:lvl5pPr marL="1543050" indent="-171450" algn="l" rtl="0" eaLnBrk="0" fontAlgn="base" latinLnBrk="1" hangingPunct="0">
        <a:lnSpc>
          <a:spcPct val="110000"/>
        </a:lnSpc>
        <a:spcBef>
          <a:spcPct val="20000"/>
        </a:spcBef>
        <a:spcAft>
          <a:spcPct val="0"/>
        </a:spcAft>
        <a:buClr>
          <a:srgbClr val="6600FF"/>
        </a:buClr>
        <a:buChar char="•"/>
        <a:defRPr kumimoji="1" sz="1125" b="1">
          <a:solidFill>
            <a:schemeClr val="tx1"/>
          </a:solidFill>
          <a:latin typeface="Arial" charset="0"/>
          <a:ea typeface="+mn-ea"/>
        </a:defRPr>
      </a:lvl5pPr>
      <a:lvl6pPr marL="1885950" indent="-171450" algn="l" rtl="0" fontAlgn="base" latinLnBrk="1">
        <a:lnSpc>
          <a:spcPct val="110000"/>
        </a:lnSpc>
        <a:spcBef>
          <a:spcPct val="20000"/>
        </a:spcBef>
        <a:spcAft>
          <a:spcPct val="0"/>
        </a:spcAft>
        <a:buClr>
          <a:srgbClr val="6600FF"/>
        </a:buClr>
        <a:buChar char="•"/>
        <a:defRPr kumimoji="1" sz="1125" b="1">
          <a:solidFill>
            <a:schemeClr val="tx1"/>
          </a:solidFill>
          <a:latin typeface="+mn-lt"/>
          <a:ea typeface="+mn-ea"/>
        </a:defRPr>
      </a:lvl6pPr>
      <a:lvl7pPr marL="2228850" indent="-171450" algn="l" rtl="0" fontAlgn="base" latinLnBrk="1">
        <a:lnSpc>
          <a:spcPct val="110000"/>
        </a:lnSpc>
        <a:spcBef>
          <a:spcPct val="20000"/>
        </a:spcBef>
        <a:spcAft>
          <a:spcPct val="0"/>
        </a:spcAft>
        <a:buClr>
          <a:srgbClr val="6600FF"/>
        </a:buClr>
        <a:buChar char="•"/>
        <a:defRPr kumimoji="1" sz="1125" b="1">
          <a:solidFill>
            <a:schemeClr val="tx1"/>
          </a:solidFill>
          <a:latin typeface="+mn-lt"/>
          <a:ea typeface="+mn-ea"/>
        </a:defRPr>
      </a:lvl7pPr>
      <a:lvl8pPr marL="2571750" indent="-171450" algn="l" rtl="0" fontAlgn="base" latinLnBrk="1">
        <a:lnSpc>
          <a:spcPct val="110000"/>
        </a:lnSpc>
        <a:spcBef>
          <a:spcPct val="20000"/>
        </a:spcBef>
        <a:spcAft>
          <a:spcPct val="0"/>
        </a:spcAft>
        <a:buClr>
          <a:srgbClr val="6600FF"/>
        </a:buClr>
        <a:buChar char="•"/>
        <a:defRPr kumimoji="1" sz="1125" b="1">
          <a:solidFill>
            <a:schemeClr val="tx1"/>
          </a:solidFill>
          <a:latin typeface="+mn-lt"/>
          <a:ea typeface="+mn-ea"/>
        </a:defRPr>
      </a:lvl8pPr>
      <a:lvl9pPr marL="2914650" indent="-171450" algn="l" rtl="0" fontAlgn="base" latinLnBrk="1">
        <a:lnSpc>
          <a:spcPct val="110000"/>
        </a:lnSpc>
        <a:spcBef>
          <a:spcPct val="20000"/>
        </a:spcBef>
        <a:spcAft>
          <a:spcPct val="0"/>
        </a:spcAft>
        <a:buClr>
          <a:srgbClr val="6600FF"/>
        </a:buClr>
        <a:buChar char="•"/>
        <a:defRPr kumimoji="1" sz="1125" b="1">
          <a:solidFill>
            <a:schemeClr val="tx1"/>
          </a:solidFill>
          <a:latin typeface="+mn-lt"/>
          <a:ea typeface="+mn-ea"/>
        </a:defRPr>
      </a:lvl9pPr>
    </p:bodyStyle>
    <p:otherStyle>
      <a:defPPr>
        <a:defRPr lang="ko-KR"/>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9938" name="Rectangle 3"/>
          <p:cNvSpPr>
            <a:spLocks noGrp="1" noChangeArrowheads="1"/>
          </p:cNvSpPr>
          <p:nvPr>
            <p:ph type="body" idx="1"/>
          </p:nvPr>
        </p:nvSpPr>
        <p:spPr bwMode="auto">
          <a:xfrm>
            <a:off x="589757" y="1447800"/>
            <a:ext cx="7964487"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type="none" w="sm" len="sm"/>
                <a:tailEnd type="none" w="sm" len="sm"/>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103" name="Rectangle 7"/>
          <p:cNvSpPr>
            <a:spLocks noGrp="1" noChangeArrowheads="1"/>
          </p:cNvSpPr>
          <p:nvPr>
            <p:ph type="title"/>
          </p:nvPr>
        </p:nvSpPr>
        <p:spPr bwMode="auto">
          <a:xfrm>
            <a:off x="611984" y="404813"/>
            <a:ext cx="7920037" cy="685800"/>
          </a:xfrm>
          <a:prstGeom prst="rect">
            <a:avLst/>
          </a:prstGeom>
          <a:noFill/>
          <a:ln w="12700" cap="sq" algn="ctr">
            <a:noFill/>
            <a:miter lim="800000"/>
            <a:headEnd type="none" w="sm" len="sm"/>
            <a:tailEnd type="none" w="sm" len="sm"/>
          </a:ln>
          <a:effectLst/>
        </p:spPr>
        <p:txBody>
          <a:bodyPr vert="horz" wrap="square" lIns="91440" tIns="45720" rIns="91440" bIns="45720" numCol="1" anchor="ctr" anchorCtr="0" compatLnSpc="1">
            <a:prstTxWarp prst="textNoShape">
              <a:avLst/>
            </a:prstTxWarp>
          </a:bodyPr>
          <a:lstStyle/>
          <a:p>
            <a:pPr lvl="0"/>
            <a:r>
              <a:rPr lang="ko-KR" altLang="en-US" dirty="0"/>
              <a:t>마스터 제목 스타일 편집</a:t>
            </a:r>
          </a:p>
        </p:txBody>
      </p:sp>
      <p:sp>
        <p:nvSpPr>
          <p:cNvPr id="6" name="슬라이드 번호 개체 틀 6"/>
          <p:cNvSpPr>
            <a:spLocks noGrp="1"/>
          </p:cNvSpPr>
          <p:nvPr>
            <p:ph type="sldNum" sz="quarter" idx="4"/>
          </p:nvPr>
        </p:nvSpPr>
        <p:spPr>
          <a:xfrm>
            <a:off x="3543300" y="6525348"/>
            <a:ext cx="2057400" cy="261187"/>
          </a:xfrm>
          <a:prstGeom prst="rect">
            <a:avLst/>
          </a:prstGeom>
        </p:spPr>
        <p:txBody>
          <a:bodyPr/>
          <a:lstStyle>
            <a:lvl1pPr algn="ctr">
              <a:defRPr sz="1400">
                <a:solidFill>
                  <a:srgbClr val="0000FF"/>
                </a:solidFill>
              </a:defRPr>
            </a:lvl1pPr>
          </a:lstStyle>
          <a:p>
            <a:fld id="{08D006B4-DD64-43B7-816D-351BE851D9DC}" type="slidenum">
              <a:rPr lang="ko-KR" altLang="en-US" smtClean="0"/>
              <a:pPr/>
              <a:t>‹#›</a:t>
            </a:fld>
            <a:endParaRPr lang="ko-KR" altLang="en-US"/>
          </a:p>
        </p:txBody>
      </p:sp>
    </p:spTree>
    <p:extLst>
      <p:ext uri="{BB962C8B-B14F-4D97-AF65-F5344CB8AC3E}">
        <p14:creationId xmlns:p14="http://schemas.microsoft.com/office/powerpoint/2010/main" val="2975776348"/>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Lst>
  <p:hf hdr="0" ftr="0" dt="0"/>
  <p:txStyles>
    <p:titleStyle>
      <a:lvl1pPr algn="ctr" rtl="0" eaLnBrk="0" fontAlgn="base" latinLnBrk="1" hangingPunct="0">
        <a:spcBef>
          <a:spcPct val="0"/>
        </a:spcBef>
        <a:spcAft>
          <a:spcPct val="0"/>
        </a:spcAft>
        <a:defRPr kumimoji="1" sz="3200" b="1">
          <a:solidFill>
            <a:srgbClr val="02197C"/>
          </a:solidFill>
          <a:effectLst>
            <a:outerShdw blurRad="38100" dist="38100" dir="2700000" algn="tl">
              <a:srgbClr val="C0C0C0"/>
            </a:outerShdw>
          </a:effectLst>
          <a:latin typeface="Arial" charset="0"/>
          <a:ea typeface="+mj-ea"/>
          <a:cs typeface="+mj-cs"/>
        </a:defRPr>
      </a:lvl1pPr>
      <a:lvl2pPr algn="l" rtl="0" eaLnBrk="0" fontAlgn="base" latinLnBrk="1" hangingPunct="0">
        <a:spcBef>
          <a:spcPct val="0"/>
        </a:spcBef>
        <a:spcAft>
          <a:spcPct val="0"/>
        </a:spcAft>
        <a:defRPr kumimoji="1" sz="2400" b="1">
          <a:solidFill>
            <a:schemeClr val="accent2"/>
          </a:solidFill>
          <a:effectLst>
            <a:outerShdw blurRad="38100" dist="38100" dir="2700000" algn="tl">
              <a:srgbClr val="C0C0C0"/>
            </a:outerShdw>
          </a:effectLst>
          <a:latin typeface="Arial" charset="0"/>
          <a:ea typeface="굴림" pitchFamily="50" charset="-127"/>
        </a:defRPr>
      </a:lvl2pPr>
      <a:lvl3pPr algn="l" rtl="0" eaLnBrk="0" fontAlgn="base" latinLnBrk="1" hangingPunct="0">
        <a:spcBef>
          <a:spcPct val="0"/>
        </a:spcBef>
        <a:spcAft>
          <a:spcPct val="0"/>
        </a:spcAft>
        <a:defRPr kumimoji="1" sz="2400" b="1">
          <a:solidFill>
            <a:schemeClr val="accent2"/>
          </a:solidFill>
          <a:effectLst>
            <a:outerShdw blurRad="38100" dist="38100" dir="2700000" algn="tl">
              <a:srgbClr val="C0C0C0"/>
            </a:outerShdw>
          </a:effectLst>
          <a:latin typeface="Arial" charset="0"/>
          <a:ea typeface="굴림" pitchFamily="50" charset="-127"/>
        </a:defRPr>
      </a:lvl3pPr>
      <a:lvl4pPr algn="l" rtl="0" eaLnBrk="0" fontAlgn="base" latinLnBrk="1" hangingPunct="0">
        <a:spcBef>
          <a:spcPct val="0"/>
        </a:spcBef>
        <a:spcAft>
          <a:spcPct val="0"/>
        </a:spcAft>
        <a:defRPr kumimoji="1" sz="2400" b="1">
          <a:solidFill>
            <a:schemeClr val="accent2"/>
          </a:solidFill>
          <a:effectLst>
            <a:outerShdw blurRad="38100" dist="38100" dir="2700000" algn="tl">
              <a:srgbClr val="C0C0C0"/>
            </a:outerShdw>
          </a:effectLst>
          <a:latin typeface="Arial" charset="0"/>
          <a:ea typeface="굴림" pitchFamily="50" charset="-127"/>
        </a:defRPr>
      </a:lvl4pPr>
      <a:lvl5pPr algn="l" rtl="0" eaLnBrk="0" fontAlgn="base" latinLnBrk="1" hangingPunct="0">
        <a:spcBef>
          <a:spcPct val="0"/>
        </a:spcBef>
        <a:spcAft>
          <a:spcPct val="0"/>
        </a:spcAft>
        <a:defRPr kumimoji="1" sz="2400" b="1">
          <a:solidFill>
            <a:schemeClr val="accent2"/>
          </a:solidFill>
          <a:effectLst>
            <a:outerShdw blurRad="38100" dist="38100" dir="2700000" algn="tl">
              <a:srgbClr val="C0C0C0"/>
            </a:outerShdw>
          </a:effectLst>
          <a:latin typeface="Arial" charset="0"/>
          <a:ea typeface="굴림" pitchFamily="50" charset="-127"/>
        </a:defRPr>
      </a:lvl5pPr>
      <a:lvl6pPr marL="342900" algn="l" rtl="0" fontAlgn="base" latinLnBrk="1">
        <a:spcBef>
          <a:spcPct val="0"/>
        </a:spcBef>
        <a:spcAft>
          <a:spcPct val="0"/>
        </a:spcAft>
        <a:defRPr kumimoji="1" sz="2400" b="1">
          <a:solidFill>
            <a:schemeClr val="accent2"/>
          </a:solidFill>
          <a:effectLst>
            <a:outerShdw blurRad="38100" dist="38100" dir="2700000" algn="tl">
              <a:srgbClr val="C0C0C0"/>
            </a:outerShdw>
          </a:effectLst>
          <a:latin typeface="Verdana" pitchFamily="34" charset="0"/>
          <a:ea typeface="굴림" pitchFamily="50" charset="-127"/>
        </a:defRPr>
      </a:lvl6pPr>
      <a:lvl7pPr marL="685800" algn="l" rtl="0" fontAlgn="base" latinLnBrk="1">
        <a:spcBef>
          <a:spcPct val="0"/>
        </a:spcBef>
        <a:spcAft>
          <a:spcPct val="0"/>
        </a:spcAft>
        <a:defRPr kumimoji="1" sz="2400" b="1">
          <a:solidFill>
            <a:schemeClr val="accent2"/>
          </a:solidFill>
          <a:effectLst>
            <a:outerShdw blurRad="38100" dist="38100" dir="2700000" algn="tl">
              <a:srgbClr val="C0C0C0"/>
            </a:outerShdw>
          </a:effectLst>
          <a:latin typeface="Verdana" pitchFamily="34" charset="0"/>
          <a:ea typeface="굴림" pitchFamily="50" charset="-127"/>
        </a:defRPr>
      </a:lvl7pPr>
      <a:lvl8pPr marL="1028700" algn="l" rtl="0" fontAlgn="base" latinLnBrk="1">
        <a:spcBef>
          <a:spcPct val="0"/>
        </a:spcBef>
        <a:spcAft>
          <a:spcPct val="0"/>
        </a:spcAft>
        <a:defRPr kumimoji="1" sz="2400" b="1">
          <a:solidFill>
            <a:schemeClr val="accent2"/>
          </a:solidFill>
          <a:effectLst>
            <a:outerShdw blurRad="38100" dist="38100" dir="2700000" algn="tl">
              <a:srgbClr val="C0C0C0"/>
            </a:outerShdw>
          </a:effectLst>
          <a:latin typeface="Verdana" pitchFamily="34" charset="0"/>
          <a:ea typeface="굴림" pitchFamily="50" charset="-127"/>
        </a:defRPr>
      </a:lvl8pPr>
      <a:lvl9pPr marL="1371600" algn="l" rtl="0" fontAlgn="base" latinLnBrk="1">
        <a:spcBef>
          <a:spcPct val="0"/>
        </a:spcBef>
        <a:spcAft>
          <a:spcPct val="0"/>
        </a:spcAft>
        <a:defRPr kumimoji="1" sz="2400" b="1">
          <a:solidFill>
            <a:schemeClr val="accent2"/>
          </a:solidFill>
          <a:effectLst>
            <a:outerShdw blurRad="38100" dist="38100" dir="2700000" algn="tl">
              <a:srgbClr val="C0C0C0"/>
            </a:outerShdw>
          </a:effectLst>
          <a:latin typeface="Verdana" pitchFamily="34" charset="0"/>
          <a:ea typeface="굴림" pitchFamily="50" charset="-127"/>
        </a:defRPr>
      </a:lvl9pPr>
    </p:titleStyle>
    <p:bodyStyle>
      <a:lvl1pPr marL="257175" indent="-257175" algn="l" rtl="0" eaLnBrk="0" fontAlgn="base" latinLnBrk="1" hangingPunct="0">
        <a:lnSpc>
          <a:spcPct val="110000"/>
        </a:lnSpc>
        <a:spcBef>
          <a:spcPct val="20000"/>
        </a:spcBef>
        <a:spcAft>
          <a:spcPct val="0"/>
        </a:spcAft>
        <a:buClr>
          <a:srgbClr val="6600FF"/>
        </a:buClr>
        <a:buFont typeface="Wingdings" pitchFamily="2" charset="2"/>
        <a:buChar char="n"/>
        <a:defRPr kumimoji="1" sz="1500" b="1">
          <a:solidFill>
            <a:schemeClr val="tx1"/>
          </a:solidFill>
          <a:latin typeface="Arial" charset="0"/>
          <a:ea typeface="+mn-ea"/>
          <a:cs typeface="+mn-cs"/>
        </a:defRPr>
      </a:lvl1pPr>
      <a:lvl2pPr marL="557213" indent="-214313" algn="l" rtl="0" eaLnBrk="0" fontAlgn="base" latinLnBrk="1" hangingPunct="0">
        <a:lnSpc>
          <a:spcPct val="110000"/>
        </a:lnSpc>
        <a:spcBef>
          <a:spcPct val="20000"/>
        </a:spcBef>
        <a:spcAft>
          <a:spcPct val="0"/>
        </a:spcAft>
        <a:buClr>
          <a:srgbClr val="6600FF"/>
        </a:buClr>
        <a:buChar char="–"/>
        <a:defRPr kumimoji="1" b="1">
          <a:solidFill>
            <a:schemeClr val="tx1"/>
          </a:solidFill>
          <a:latin typeface="Arial" charset="0"/>
          <a:ea typeface="+mn-ea"/>
        </a:defRPr>
      </a:lvl2pPr>
      <a:lvl3pPr marL="857250" indent="-171450" algn="l" rtl="0" eaLnBrk="0" fontAlgn="base" latinLnBrk="1" hangingPunct="0">
        <a:lnSpc>
          <a:spcPct val="110000"/>
        </a:lnSpc>
        <a:spcBef>
          <a:spcPct val="20000"/>
        </a:spcBef>
        <a:spcAft>
          <a:spcPct val="0"/>
        </a:spcAft>
        <a:buClr>
          <a:srgbClr val="6600FF"/>
        </a:buClr>
        <a:buChar char="•"/>
        <a:defRPr kumimoji="1" sz="1275" b="1">
          <a:solidFill>
            <a:schemeClr val="tx1"/>
          </a:solidFill>
          <a:latin typeface="Arial" charset="0"/>
          <a:ea typeface="+mn-ea"/>
        </a:defRPr>
      </a:lvl3pPr>
      <a:lvl4pPr marL="1200150" indent="-171450" algn="l" rtl="0" eaLnBrk="0" fontAlgn="base" latinLnBrk="1" hangingPunct="0">
        <a:lnSpc>
          <a:spcPct val="110000"/>
        </a:lnSpc>
        <a:spcBef>
          <a:spcPct val="20000"/>
        </a:spcBef>
        <a:spcAft>
          <a:spcPct val="0"/>
        </a:spcAft>
        <a:buClr>
          <a:srgbClr val="6600FF"/>
        </a:buClr>
        <a:buChar char="–"/>
        <a:defRPr kumimoji="1" sz="1200" b="1">
          <a:solidFill>
            <a:schemeClr val="tx1"/>
          </a:solidFill>
          <a:latin typeface="Arial" charset="0"/>
          <a:ea typeface="+mn-ea"/>
        </a:defRPr>
      </a:lvl4pPr>
      <a:lvl5pPr marL="1543050" indent="-171450" algn="l" rtl="0" eaLnBrk="0" fontAlgn="base" latinLnBrk="1" hangingPunct="0">
        <a:lnSpc>
          <a:spcPct val="110000"/>
        </a:lnSpc>
        <a:spcBef>
          <a:spcPct val="20000"/>
        </a:spcBef>
        <a:spcAft>
          <a:spcPct val="0"/>
        </a:spcAft>
        <a:buClr>
          <a:srgbClr val="6600FF"/>
        </a:buClr>
        <a:buChar char="•"/>
        <a:defRPr kumimoji="1" sz="1125" b="1">
          <a:solidFill>
            <a:schemeClr val="tx1"/>
          </a:solidFill>
          <a:latin typeface="Arial" charset="0"/>
          <a:ea typeface="+mn-ea"/>
        </a:defRPr>
      </a:lvl5pPr>
      <a:lvl6pPr marL="1885950" indent="-171450" algn="l" rtl="0" fontAlgn="base" latinLnBrk="1">
        <a:lnSpc>
          <a:spcPct val="110000"/>
        </a:lnSpc>
        <a:spcBef>
          <a:spcPct val="20000"/>
        </a:spcBef>
        <a:spcAft>
          <a:spcPct val="0"/>
        </a:spcAft>
        <a:buClr>
          <a:srgbClr val="6600FF"/>
        </a:buClr>
        <a:buChar char="•"/>
        <a:defRPr kumimoji="1" sz="1125" b="1">
          <a:solidFill>
            <a:schemeClr val="tx1"/>
          </a:solidFill>
          <a:latin typeface="+mn-lt"/>
          <a:ea typeface="+mn-ea"/>
        </a:defRPr>
      </a:lvl6pPr>
      <a:lvl7pPr marL="2228850" indent="-171450" algn="l" rtl="0" fontAlgn="base" latinLnBrk="1">
        <a:lnSpc>
          <a:spcPct val="110000"/>
        </a:lnSpc>
        <a:spcBef>
          <a:spcPct val="20000"/>
        </a:spcBef>
        <a:spcAft>
          <a:spcPct val="0"/>
        </a:spcAft>
        <a:buClr>
          <a:srgbClr val="6600FF"/>
        </a:buClr>
        <a:buChar char="•"/>
        <a:defRPr kumimoji="1" sz="1125" b="1">
          <a:solidFill>
            <a:schemeClr val="tx1"/>
          </a:solidFill>
          <a:latin typeface="+mn-lt"/>
          <a:ea typeface="+mn-ea"/>
        </a:defRPr>
      </a:lvl7pPr>
      <a:lvl8pPr marL="2571750" indent="-171450" algn="l" rtl="0" fontAlgn="base" latinLnBrk="1">
        <a:lnSpc>
          <a:spcPct val="110000"/>
        </a:lnSpc>
        <a:spcBef>
          <a:spcPct val="20000"/>
        </a:spcBef>
        <a:spcAft>
          <a:spcPct val="0"/>
        </a:spcAft>
        <a:buClr>
          <a:srgbClr val="6600FF"/>
        </a:buClr>
        <a:buChar char="•"/>
        <a:defRPr kumimoji="1" sz="1125" b="1">
          <a:solidFill>
            <a:schemeClr val="tx1"/>
          </a:solidFill>
          <a:latin typeface="+mn-lt"/>
          <a:ea typeface="+mn-ea"/>
        </a:defRPr>
      </a:lvl8pPr>
      <a:lvl9pPr marL="2914650" indent="-171450" algn="l" rtl="0" fontAlgn="base" latinLnBrk="1">
        <a:lnSpc>
          <a:spcPct val="110000"/>
        </a:lnSpc>
        <a:spcBef>
          <a:spcPct val="20000"/>
        </a:spcBef>
        <a:spcAft>
          <a:spcPct val="0"/>
        </a:spcAft>
        <a:buClr>
          <a:srgbClr val="6600FF"/>
        </a:buClr>
        <a:buChar char="•"/>
        <a:defRPr kumimoji="1" sz="1125" b="1">
          <a:solidFill>
            <a:schemeClr val="tx1"/>
          </a:solidFill>
          <a:latin typeface="+mn-lt"/>
          <a:ea typeface="+mn-ea"/>
        </a:defRPr>
      </a:lvl9pPr>
    </p:bodyStyle>
    <p:otherStyle>
      <a:defPPr>
        <a:defRPr lang="ko-KR"/>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youtube.com/watch?v=9n-JyUV1gzo" TargetMode="External"/><Relationship Id="rId2" Type="http://schemas.openxmlformats.org/officeDocument/2006/relationships/hyperlink" Target="https://www.youtube.com/watch?v=VO5vKowfMOQ" TargetMode="External"/><Relationship Id="rId1" Type="http://schemas.openxmlformats.org/officeDocument/2006/relationships/slideLayout" Target="../slideLayouts/slideLayout2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3" Type="http://schemas.openxmlformats.org/officeDocument/2006/relationships/hyperlink" Target="https://ko.wikipedia.org/wiki/%EB%B2%A0%EB%A5%BC%EB%A6%B0_%EA%B3%B5%EA%B3%BC%EB%8C%80%ED%95%99" TargetMode="External"/><Relationship Id="rId2" Type="http://schemas.openxmlformats.org/officeDocument/2006/relationships/hyperlink" Target="https://ko.wikipedia.org/wiki/%EC%8B%A4%EB%9D%BC%EB%A5%B4%EB%93%9C_%EB%A0%88%EC%98%A4" TargetMode="External"/><Relationship Id="rId1" Type="http://schemas.openxmlformats.org/officeDocument/2006/relationships/slideLayout" Target="../slideLayouts/slideLayout28.xml"/><Relationship Id="rId4" Type="http://schemas.openxmlformats.org/officeDocument/2006/relationships/hyperlink" Target="https://ko.wikipedia.org/wiki/%EC%A7%80%EB%A9%98%EC%8A%A4_AG"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ko.wikipedia.org/wiki/%EC%BD%94%EB%A5%B4%ED%81%AC" TargetMode="Externa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www.youtube.com/watch?v=9n-JyUV1gzo" TargetMode="External"/><Relationship Id="rId1" Type="http://schemas.openxmlformats.org/officeDocument/2006/relationships/slideLayout" Target="../slideLayouts/slideLayout28.xml"/><Relationship Id="rId4" Type="http://schemas.openxmlformats.org/officeDocument/2006/relationships/image" Target="../media/image7.jpeg"/></Relationships>
</file>

<file path=ppt/slides/_rels/slide14.xml.rels><?xml version="1.0" encoding="UTF-8" standalone="yes"?>
<Relationships xmlns="http://schemas.openxmlformats.org/package/2006/relationships"><Relationship Id="rId3" Type="http://schemas.openxmlformats.org/officeDocument/2006/relationships/hyperlink" Target="https://ko.wikipedia.org/wiki/%ED%85%8C%EC%98%A4%EB%8F%84%EC%96%B4_%EC%8A%88%EB%B0%98" TargetMode="External"/><Relationship Id="rId2" Type="http://schemas.openxmlformats.org/officeDocument/2006/relationships/hyperlink" Target="https://ko.wikipedia.org/wiki/%EB%A7%88%ED%8B%B0%EC%95%84%EC%8A%A4_%EC%95%BC%EC%BD%94%ED%94%84_%EC%8A%90%EB%9D%BC%EC%9D%B4%EB%8D%B4" TargetMode="Externa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8.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hyperlink" Target="https://ko.wikipedia.org/wiki/%EC%82%B0%ED%8B%B0%EC%95%84%EA%B3%A0_%EB%9D%BC%EB%AA%AC_%EC%9D%B4_%EC%B9%B4%ED%95%A0" TargetMode="External"/><Relationship Id="rId2" Type="http://schemas.openxmlformats.org/officeDocument/2006/relationships/image" Target="../media/image10.jpeg"/><Relationship Id="rId1" Type="http://schemas.openxmlformats.org/officeDocument/2006/relationships/slideLayout" Target="../slideLayouts/slideLayout28.xml"/><Relationship Id="rId5" Type="http://schemas.openxmlformats.org/officeDocument/2006/relationships/hyperlink" Target="https://ko.wikipedia.org/w/index.php?title=%EA%B3%BC%EB%A6%BD%EC%84%B8%ED%8F%AC&amp;action=edit&amp;redlink=1" TargetMode="External"/><Relationship Id="rId4" Type="http://schemas.openxmlformats.org/officeDocument/2006/relationships/hyperlink" Target="https://ko.wikipedia.org/w/index.php?title=%EC%A1%B0%EB%A1%B1%EB%B0%95%EC%84%B8%ED%8F%AC&amp;action=edit&amp;redlink=1"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en.wikipedia.org/wiki/Nervous_system" TargetMode="External"/><Relationship Id="rId2" Type="http://schemas.openxmlformats.org/officeDocument/2006/relationships/notesSlide" Target="../notesSlides/notesSlide2.xml"/><Relationship Id="rId1" Type="http://schemas.openxmlformats.org/officeDocument/2006/relationships/slideLayout" Target="../slideLayouts/slideLayout28.xml"/><Relationship Id="rId5" Type="http://schemas.openxmlformats.org/officeDocument/2006/relationships/hyperlink" Target="https://en.wikipedia.org/wiki/Cell_theory" TargetMode="External"/><Relationship Id="rId4" Type="http://schemas.openxmlformats.org/officeDocument/2006/relationships/hyperlink" Target="https://en.wikipedia.org/wiki/Neuron"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8.xml"/><Relationship Id="rId4" Type="http://schemas.openxmlformats.org/officeDocument/2006/relationships/image" Target="../media/image16.jpeg"/></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en.wikipedia.org/wiki/Ancient_Greek" TargetMode="External"/><Relationship Id="rId1" Type="http://schemas.openxmlformats.org/officeDocument/2006/relationships/slideLayout" Target="../slideLayouts/slideLayout28.xml"/><Relationship Id="rId5" Type="http://schemas.openxmlformats.org/officeDocument/2006/relationships/hyperlink" Target="https://en.wikipedia.org/wiki/Michael_Foster_(physiologist)" TargetMode="External"/><Relationship Id="rId4" Type="http://schemas.openxmlformats.org/officeDocument/2006/relationships/hyperlink" Target="https://en.wikipedia.org/wiki/Charles_Scott_Sherrington"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3"/>
          <p:cNvSpPr>
            <a:spLocks noGrp="1"/>
          </p:cNvSpPr>
          <p:nvPr>
            <p:ph sz="half" idx="2"/>
          </p:nvPr>
        </p:nvSpPr>
        <p:spPr>
          <a:xfrm>
            <a:off x="180636" y="1074490"/>
            <a:ext cx="8044547" cy="2354510"/>
          </a:xfrm>
        </p:spPr>
        <p:txBody>
          <a:bodyPr>
            <a:normAutofit/>
          </a:bodyPr>
          <a:lstStyle/>
          <a:p>
            <a:pPr marL="457200" indent="-457200">
              <a:buAutoNum type="arabicParenR"/>
            </a:pPr>
            <a:r>
              <a:rPr lang="ko-KR" altLang="en-US" sz="2000" dirty="0"/>
              <a:t>세포</a:t>
            </a:r>
            <a:r>
              <a:rPr lang="en-US" altLang="ko-KR" sz="2000" dirty="0"/>
              <a:t>, </a:t>
            </a:r>
            <a:r>
              <a:rPr lang="ko-KR" altLang="en-US" sz="2000" dirty="0"/>
              <a:t>뉴런</a:t>
            </a:r>
            <a:r>
              <a:rPr lang="en-US" altLang="ko-KR" sz="2000" dirty="0"/>
              <a:t>, </a:t>
            </a:r>
            <a:r>
              <a:rPr lang="ko-KR" altLang="en-US" sz="2000" dirty="0"/>
              <a:t>뇌</a:t>
            </a:r>
            <a:r>
              <a:rPr lang="en-US" altLang="ko-KR" sz="2000" dirty="0"/>
              <a:t>, </a:t>
            </a:r>
            <a:r>
              <a:rPr lang="ko-KR" altLang="en-US" sz="2000" dirty="0"/>
              <a:t>인지시스템 개론</a:t>
            </a:r>
            <a:endParaRPr lang="en-US" altLang="ko-KR" sz="2000" dirty="0"/>
          </a:p>
          <a:p>
            <a:pPr marL="0" indent="0">
              <a:buNone/>
            </a:pPr>
            <a:r>
              <a:rPr lang="en-US" altLang="ko-KR" sz="2000" dirty="0"/>
              <a:t>       (Cell, Neuron, Brain, and Cognition)</a:t>
            </a:r>
          </a:p>
          <a:p>
            <a:pPr marL="0" indent="0">
              <a:buNone/>
            </a:pPr>
            <a:endParaRPr lang="en-US" altLang="ko-KR" sz="2000" dirty="0"/>
          </a:p>
        </p:txBody>
      </p:sp>
      <p:sp>
        <p:nvSpPr>
          <p:cNvPr id="8" name="제목 1">
            <a:extLst>
              <a:ext uri="{FF2B5EF4-FFF2-40B4-BE49-F238E27FC236}">
                <a16:creationId xmlns:a16="http://schemas.microsoft.com/office/drawing/2014/main" id="{C53B007C-0007-4715-9F06-1F21E2C79608}"/>
              </a:ext>
            </a:extLst>
          </p:cNvPr>
          <p:cNvSpPr>
            <a:spLocks noGrp="1"/>
          </p:cNvSpPr>
          <p:nvPr>
            <p:ph type="title"/>
          </p:nvPr>
        </p:nvSpPr>
        <p:spPr>
          <a:xfrm>
            <a:off x="0" y="-99392"/>
            <a:ext cx="9144000" cy="1143000"/>
          </a:xfrm>
        </p:spPr>
        <p:txBody>
          <a:bodyPr>
            <a:noAutofit/>
          </a:bodyPr>
          <a:lstStyle/>
          <a:p>
            <a:r>
              <a:rPr lang="ko-KR" altLang="en-US" sz="3200" dirty="0"/>
              <a:t>인공지능 이론 및 프로그래밍</a:t>
            </a:r>
            <a:r>
              <a:rPr lang="en-US" altLang="ko-KR" sz="3200" dirty="0"/>
              <a:t>:</a:t>
            </a:r>
            <a:r>
              <a:rPr lang="ko-KR" altLang="en-US" sz="3200" dirty="0"/>
              <a:t> </a:t>
            </a:r>
            <a:r>
              <a:rPr lang="en-US" altLang="ko-KR" sz="3200" dirty="0"/>
              <a:t>7</a:t>
            </a:r>
            <a:r>
              <a:rPr lang="ko-KR" altLang="en-US" sz="3200" dirty="0"/>
              <a:t>강</a:t>
            </a:r>
            <a:r>
              <a:rPr lang="en-US" altLang="ko-KR" sz="3200" dirty="0"/>
              <a:t>(10</a:t>
            </a:r>
            <a:r>
              <a:rPr lang="ko-KR" altLang="en-US" sz="3200" dirty="0"/>
              <a:t>월</a:t>
            </a:r>
            <a:r>
              <a:rPr lang="en-US" altLang="ko-KR" sz="3200" dirty="0"/>
              <a:t>13</a:t>
            </a:r>
            <a:r>
              <a:rPr lang="ko-KR" altLang="en-US" sz="3200" dirty="0"/>
              <a:t>일</a:t>
            </a:r>
            <a:r>
              <a:rPr lang="en-US" altLang="ko-KR" sz="3200" dirty="0"/>
              <a:t>)</a:t>
            </a:r>
            <a:endParaRPr lang="ko-KR" altLang="en-US" sz="3200" dirty="0"/>
          </a:p>
        </p:txBody>
      </p:sp>
      <p:sp>
        <p:nvSpPr>
          <p:cNvPr id="5" name="내용 개체 틀 3">
            <a:extLst>
              <a:ext uri="{FF2B5EF4-FFF2-40B4-BE49-F238E27FC236}">
                <a16:creationId xmlns:a16="http://schemas.microsoft.com/office/drawing/2014/main" id="{C5E2EC65-995B-4687-B862-B33F925FA8C9}"/>
              </a:ext>
            </a:extLst>
          </p:cNvPr>
          <p:cNvSpPr txBox="1">
            <a:spLocks/>
          </p:cNvSpPr>
          <p:nvPr/>
        </p:nvSpPr>
        <p:spPr bwMode="auto">
          <a:xfrm>
            <a:off x="179512" y="2132857"/>
            <a:ext cx="8856984" cy="4482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type="none" w="sm" len="sm"/>
                <a:tailEnd type="none" w="sm" len="sm"/>
              </a14:hiddenLine>
            </a:ext>
          </a:extLst>
        </p:spPr>
        <p:txBody>
          <a:bodyPr vert="horz" wrap="square" lIns="91440" tIns="45720" rIns="91440" bIns="45720" numCol="1" anchor="t" anchorCtr="0" compatLnSpc="1">
            <a:prstTxWarp prst="textNoShape">
              <a:avLst/>
            </a:prstTxWarp>
            <a:normAutofit fontScale="70000" lnSpcReduction="20000"/>
          </a:bodyPr>
          <a:lstStyle>
            <a:lvl1pPr marL="257175" indent="-257175" algn="l" rtl="0" eaLnBrk="0" fontAlgn="base" latinLnBrk="1" hangingPunct="0">
              <a:lnSpc>
                <a:spcPct val="110000"/>
              </a:lnSpc>
              <a:spcBef>
                <a:spcPct val="20000"/>
              </a:spcBef>
              <a:spcAft>
                <a:spcPct val="0"/>
              </a:spcAft>
              <a:buClr>
                <a:srgbClr val="6600FF"/>
              </a:buClr>
              <a:buFont typeface="Wingdings" pitchFamily="2" charset="2"/>
              <a:buChar char="n"/>
              <a:defRPr kumimoji="1" sz="2400" b="1">
                <a:solidFill>
                  <a:schemeClr val="tx1"/>
                </a:solidFill>
                <a:latin typeface="Arial" charset="0"/>
                <a:ea typeface="+mn-ea"/>
                <a:cs typeface="+mn-cs"/>
              </a:defRPr>
            </a:lvl1pPr>
            <a:lvl2pPr marL="557213" indent="-214313" algn="l" rtl="0" eaLnBrk="0" fontAlgn="base" latinLnBrk="1" hangingPunct="0">
              <a:lnSpc>
                <a:spcPct val="110000"/>
              </a:lnSpc>
              <a:spcBef>
                <a:spcPct val="20000"/>
              </a:spcBef>
              <a:spcAft>
                <a:spcPct val="0"/>
              </a:spcAft>
              <a:buClr>
                <a:srgbClr val="6600FF"/>
              </a:buClr>
              <a:buChar char="–"/>
              <a:defRPr kumimoji="1" sz="2000" b="1">
                <a:solidFill>
                  <a:schemeClr val="tx1"/>
                </a:solidFill>
                <a:latin typeface="Arial" charset="0"/>
                <a:ea typeface="+mn-ea"/>
              </a:defRPr>
            </a:lvl2pPr>
            <a:lvl3pPr marL="857250" indent="-171450" algn="l" rtl="0" eaLnBrk="0" fontAlgn="base" latinLnBrk="1" hangingPunct="0">
              <a:lnSpc>
                <a:spcPct val="110000"/>
              </a:lnSpc>
              <a:spcBef>
                <a:spcPct val="20000"/>
              </a:spcBef>
              <a:spcAft>
                <a:spcPct val="0"/>
              </a:spcAft>
              <a:buClr>
                <a:srgbClr val="6600FF"/>
              </a:buClr>
              <a:buChar char="•"/>
              <a:defRPr kumimoji="1" sz="1800" b="1">
                <a:solidFill>
                  <a:schemeClr val="tx1"/>
                </a:solidFill>
                <a:latin typeface="Arial" charset="0"/>
                <a:ea typeface="+mn-ea"/>
              </a:defRPr>
            </a:lvl3pPr>
            <a:lvl4pPr marL="1200150" indent="-171450" algn="l" rtl="0" eaLnBrk="0" fontAlgn="base" latinLnBrk="1" hangingPunct="0">
              <a:lnSpc>
                <a:spcPct val="110000"/>
              </a:lnSpc>
              <a:spcBef>
                <a:spcPct val="20000"/>
              </a:spcBef>
              <a:spcAft>
                <a:spcPct val="0"/>
              </a:spcAft>
              <a:buClr>
                <a:srgbClr val="6600FF"/>
              </a:buClr>
              <a:buChar char="–"/>
              <a:defRPr kumimoji="1" sz="1600" b="1">
                <a:solidFill>
                  <a:schemeClr val="tx1"/>
                </a:solidFill>
                <a:latin typeface="Arial" charset="0"/>
                <a:ea typeface="+mn-ea"/>
              </a:defRPr>
            </a:lvl4pPr>
            <a:lvl5pPr marL="1543050" indent="-171450" algn="l" rtl="0" eaLnBrk="0" fontAlgn="base" latinLnBrk="1" hangingPunct="0">
              <a:lnSpc>
                <a:spcPct val="110000"/>
              </a:lnSpc>
              <a:spcBef>
                <a:spcPct val="20000"/>
              </a:spcBef>
              <a:spcAft>
                <a:spcPct val="0"/>
              </a:spcAft>
              <a:buClr>
                <a:srgbClr val="6600FF"/>
              </a:buClr>
              <a:buChar char="•"/>
              <a:defRPr kumimoji="1" sz="1600" b="1">
                <a:solidFill>
                  <a:schemeClr val="tx1"/>
                </a:solidFill>
                <a:latin typeface="Arial" charset="0"/>
                <a:ea typeface="+mn-ea"/>
              </a:defRPr>
            </a:lvl5pPr>
            <a:lvl6pPr marL="1885950" indent="-171450" algn="l" rtl="0" fontAlgn="base" latinLnBrk="1">
              <a:lnSpc>
                <a:spcPct val="110000"/>
              </a:lnSpc>
              <a:spcBef>
                <a:spcPct val="20000"/>
              </a:spcBef>
              <a:spcAft>
                <a:spcPct val="0"/>
              </a:spcAft>
              <a:buClr>
                <a:srgbClr val="6600FF"/>
              </a:buClr>
              <a:buChar char="•"/>
              <a:defRPr kumimoji="1" sz="1600" b="1">
                <a:solidFill>
                  <a:schemeClr val="tx1"/>
                </a:solidFill>
                <a:latin typeface="+mn-lt"/>
                <a:ea typeface="+mn-ea"/>
              </a:defRPr>
            </a:lvl6pPr>
            <a:lvl7pPr marL="2228850" indent="-171450" algn="l" rtl="0" fontAlgn="base" latinLnBrk="1">
              <a:lnSpc>
                <a:spcPct val="110000"/>
              </a:lnSpc>
              <a:spcBef>
                <a:spcPct val="20000"/>
              </a:spcBef>
              <a:spcAft>
                <a:spcPct val="0"/>
              </a:spcAft>
              <a:buClr>
                <a:srgbClr val="6600FF"/>
              </a:buClr>
              <a:buChar char="•"/>
              <a:defRPr kumimoji="1" sz="1600" b="1">
                <a:solidFill>
                  <a:schemeClr val="tx1"/>
                </a:solidFill>
                <a:latin typeface="+mn-lt"/>
                <a:ea typeface="+mn-ea"/>
              </a:defRPr>
            </a:lvl7pPr>
            <a:lvl8pPr marL="2571750" indent="-171450" algn="l" rtl="0" fontAlgn="base" latinLnBrk="1">
              <a:lnSpc>
                <a:spcPct val="110000"/>
              </a:lnSpc>
              <a:spcBef>
                <a:spcPct val="20000"/>
              </a:spcBef>
              <a:spcAft>
                <a:spcPct val="0"/>
              </a:spcAft>
              <a:buClr>
                <a:srgbClr val="6600FF"/>
              </a:buClr>
              <a:buChar char="•"/>
              <a:defRPr kumimoji="1" sz="1600" b="1">
                <a:solidFill>
                  <a:schemeClr val="tx1"/>
                </a:solidFill>
                <a:latin typeface="+mn-lt"/>
                <a:ea typeface="+mn-ea"/>
              </a:defRPr>
            </a:lvl8pPr>
            <a:lvl9pPr marL="2914650" indent="-171450" algn="l" rtl="0" fontAlgn="base" latinLnBrk="1">
              <a:lnSpc>
                <a:spcPct val="110000"/>
              </a:lnSpc>
              <a:spcBef>
                <a:spcPct val="20000"/>
              </a:spcBef>
              <a:spcAft>
                <a:spcPct val="0"/>
              </a:spcAft>
              <a:buClr>
                <a:srgbClr val="6600FF"/>
              </a:buClr>
              <a:buChar char="•"/>
              <a:defRPr kumimoji="1" sz="1600" b="1">
                <a:solidFill>
                  <a:schemeClr val="tx1"/>
                </a:solidFill>
                <a:latin typeface="+mn-lt"/>
                <a:ea typeface="+mn-ea"/>
              </a:defRPr>
            </a:lvl9pPr>
          </a:lstStyle>
          <a:p>
            <a:pPr marL="0" indent="0">
              <a:buNone/>
            </a:pPr>
            <a:r>
              <a:rPr lang="ko-KR" altLang="en-US" sz="2300" kern="0" dirty="0"/>
              <a:t>이론수업 </a:t>
            </a:r>
            <a:r>
              <a:rPr lang="en-US" altLang="ko-KR" sz="2300" kern="0" dirty="0"/>
              <a:t>HW #4. </a:t>
            </a:r>
          </a:p>
          <a:p>
            <a:pPr marL="0" indent="0">
              <a:buNone/>
            </a:pPr>
            <a:endParaRPr lang="en-US" altLang="ko-KR" sz="2300" kern="0" dirty="0"/>
          </a:p>
          <a:p>
            <a:pPr marL="0" indent="0">
              <a:buNone/>
            </a:pPr>
            <a:r>
              <a:rPr lang="en-US" altLang="ko-KR" sz="2300" kern="0" dirty="0"/>
              <a:t>1) Perceptron </a:t>
            </a:r>
            <a:r>
              <a:rPr lang="ko-KR" altLang="en-US" sz="2300" kern="0" dirty="0"/>
              <a:t>관련</a:t>
            </a:r>
            <a:r>
              <a:rPr lang="en-US" altLang="ko-KR" sz="2300" kern="0" dirty="0"/>
              <a:t> </a:t>
            </a:r>
            <a:r>
              <a:rPr lang="ko-KR" altLang="en-US" sz="2300" kern="0" dirty="0"/>
              <a:t>다음 동영상을 보고 보고서를 </a:t>
            </a:r>
            <a:r>
              <a:rPr lang="ko-KR" altLang="en-US" sz="2300" kern="0" dirty="0" err="1"/>
              <a:t>작성하시오</a:t>
            </a:r>
            <a:r>
              <a:rPr lang="ko-KR" altLang="en-US" sz="2300" kern="0" dirty="0"/>
              <a:t> </a:t>
            </a:r>
            <a:r>
              <a:rPr lang="en-US" altLang="ko-KR" sz="2300" kern="0" dirty="0"/>
              <a:t>(Max 3 page)</a:t>
            </a:r>
          </a:p>
          <a:p>
            <a:pPr marL="0" indent="0">
              <a:buNone/>
            </a:pPr>
            <a:r>
              <a:rPr lang="en-US" altLang="ko-KR" sz="2300" kern="0" dirty="0"/>
              <a:t> </a:t>
            </a:r>
            <a:r>
              <a:rPr lang="en-US" altLang="ko-KR" sz="2300" dirty="0">
                <a:hlinkClick r:id="rId2"/>
              </a:rPr>
              <a:t>https://www.youtube.com/watch?v=VO5vKowfMOQ</a:t>
            </a:r>
            <a:endParaRPr lang="en-US" altLang="ko-KR" sz="2300" dirty="0"/>
          </a:p>
          <a:p>
            <a:pPr lvl="1"/>
            <a:r>
              <a:rPr lang="en-US" altLang="ko-KR" b="0" dirty="0"/>
              <a:t>Carnegie Mellon University Course: 11-785, Intro to Deep Learning</a:t>
            </a:r>
          </a:p>
          <a:p>
            <a:pPr lvl="1"/>
            <a:r>
              <a:rPr lang="en-US" altLang="ko-KR" b="0" dirty="0"/>
              <a:t>Lecture 1 | The Perceptron - History, Discovery, and Theory</a:t>
            </a:r>
          </a:p>
          <a:p>
            <a:pPr lvl="1"/>
            <a:r>
              <a:rPr lang="ko-KR" altLang="en-US" b="0" dirty="0"/>
              <a:t>특히</a:t>
            </a:r>
            <a:r>
              <a:rPr lang="en-US" altLang="ko-KR" b="0" dirty="0"/>
              <a:t>, </a:t>
            </a:r>
            <a:r>
              <a:rPr lang="ko-KR" altLang="en-US" b="0" dirty="0"/>
              <a:t>본 동영상의 내용 중에서 뉴런의 세포분열 </a:t>
            </a:r>
            <a:r>
              <a:rPr lang="en-US" altLang="ko-KR" b="0" dirty="0"/>
              <a:t>(cell division) </a:t>
            </a:r>
            <a:r>
              <a:rPr lang="ko-KR" altLang="en-US" b="0" dirty="0"/>
              <a:t>관련 내용을 찾아 </a:t>
            </a:r>
            <a:r>
              <a:rPr lang="ko-KR" altLang="en-US" b="0" dirty="0" err="1"/>
              <a:t>설명하시오</a:t>
            </a:r>
            <a:r>
              <a:rPr lang="en-US" altLang="ko-KR" b="0" dirty="0"/>
              <a:t>.</a:t>
            </a:r>
          </a:p>
          <a:p>
            <a:pPr lvl="2"/>
            <a:r>
              <a:rPr lang="ko-KR" altLang="en-US" sz="2000" b="0" dirty="0"/>
              <a:t>시간 </a:t>
            </a:r>
            <a:r>
              <a:rPr lang="en-US" altLang="ko-KR" sz="2000" b="0" dirty="0"/>
              <a:t>stamp</a:t>
            </a:r>
            <a:r>
              <a:rPr lang="ko-KR" altLang="en-US" sz="2000" b="0" dirty="0"/>
              <a:t>는</a:t>
            </a:r>
            <a:r>
              <a:rPr lang="en-US" altLang="ko-KR" sz="2000" b="0" dirty="0"/>
              <a:t> ? </a:t>
            </a:r>
          </a:p>
          <a:p>
            <a:pPr lvl="2"/>
            <a:endParaRPr lang="en-US" altLang="ko-KR" sz="2300" kern="0" dirty="0"/>
          </a:p>
          <a:p>
            <a:pPr marL="0" indent="0">
              <a:buFont typeface="Wingdings" pitchFamily="2" charset="2"/>
              <a:buNone/>
            </a:pPr>
            <a:r>
              <a:rPr lang="en-US" altLang="ko-KR" sz="2300" dirty="0"/>
              <a:t>2) </a:t>
            </a:r>
            <a:r>
              <a:rPr lang="ko-KR" altLang="en-US" sz="2300" dirty="0"/>
              <a:t>다음 동영상을 보고 보고서를 </a:t>
            </a:r>
            <a:r>
              <a:rPr lang="ko-KR" altLang="en-US" sz="2300" dirty="0" err="1"/>
              <a:t>작성하시오</a:t>
            </a:r>
            <a:r>
              <a:rPr lang="ko-KR" altLang="en-US" sz="2300" dirty="0"/>
              <a:t> </a:t>
            </a:r>
            <a:r>
              <a:rPr lang="en-US" altLang="ko-KR" sz="2300" dirty="0"/>
              <a:t>(Max 1 page)</a:t>
            </a:r>
          </a:p>
          <a:p>
            <a:pPr marL="0" indent="0">
              <a:buFont typeface="Wingdings" pitchFamily="2" charset="2"/>
              <a:buNone/>
            </a:pPr>
            <a:r>
              <a:rPr lang="en-US" altLang="ko-KR" sz="2300" dirty="0"/>
              <a:t> </a:t>
            </a:r>
            <a:r>
              <a:rPr lang="en-US" altLang="ko-KR" sz="2300" dirty="0">
                <a:hlinkClick r:id="rId3">
                  <a:extLst>
                    <a:ext uri="{A12FA001-AC4F-418D-AE19-62706E023703}">
                      <ahyp:hlinkClr xmlns:ahyp="http://schemas.microsoft.com/office/drawing/2018/hyperlinkcolor" val="tx"/>
                    </a:ext>
                  </a:extLst>
                </a:hlinkClick>
              </a:rPr>
              <a:t>https://www.youtube.com/watch?v=9n-JyUV1gzo</a:t>
            </a:r>
            <a:br>
              <a:rPr lang="en-US" altLang="ko-KR" sz="2300" dirty="0"/>
            </a:br>
            <a:r>
              <a:rPr lang="en-US" altLang="ko-KR" sz="2300" b="0" dirty="0"/>
              <a:t>- The Exploding Anti-Tank Dogs of World War II</a:t>
            </a:r>
          </a:p>
          <a:p>
            <a:pPr marL="0" indent="0">
              <a:buNone/>
            </a:pPr>
            <a:endParaRPr lang="en-US" altLang="ko-KR" sz="1700" kern="0" dirty="0"/>
          </a:p>
          <a:p>
            <a:pPr marL="0" indent="0">
              <a:buFont typeface="Wingdings" pitchFamily="2" charset="2"/>
              <a:buNone/>
            </a:pPr>
            <a:r>
              <a:rPr lang="ko-KR" altLang="en-US" sz="1700" kern="0" dirty="0"/>
              <a:t>제출방법</a:t>
            </a:r>
            <a:r>
              <a:rPr lang="en-US" altLang="ko-KR" sz="1700" kern="0" dirty="0"/>
              <a:t>: </a:t>
            </a:r>
          </a:p>
          <a:p>
            <a:pPr>
              <a:buFont typeface="Arial" panose="020B0604020202020204" pitchFamily="34" charset="0"/>
              <a:buChar char="•"/>
            </a:pPr>
            <a:r>
              <a:rPr lang="ko-KR" altLang="en-US" sz="1700" kern="0" dirty="0" err="1"/>
              <a:t>제출날자</a:t>
            </a:r>
            <a:r>
              <a:rPr lang="en-US" altLang="ko-KR" sz="1700" kern="0" dirty="0"/>
              <a:t>: 10</a:t>
            </a:r>
            <a:r>
              <a:rPr lang="ko-KR" altLang="en-US" sz="1700" kern="0" dirty="0"/>
              <a:t>월</a:t>
            </a:r>
            <a:r>
              <a:rPr lang="en-US" altLang="ko-KR" sz="1700" kern="0" dirty="0"/>
              <a:t>19</a:t>
            </a:r>
            <a:r>
              <a:rPr lang="ko-KR" altLang="en-US" sz="1700" kern="0" dirty="0"/>
              <a:t>일</a:t>
            </a:r>
            <a:endParaRPr lang="en-US" altLang="ko-KR" sz="1700" kern="0" dirty="0"/>
          </a:p>
          <a:p>
            <a:pPr>
              <a:buFont typeface="Arial" panose="020B0604020202020204" pitchFamily="34" charset="0"/>
              <a:buChar char="•"/>
            </a:pPr>
            <a:r>
              <a:rPr lang="ko-KR" altLang="en-US" sz="1700" kern="0" dirty="0"/>
              <a:t>주의</a:t>
            </a:r>
            <a:r>
              <a:rPr lang="en-US" altLang="ko-KR" sz="1700" kern="0" dirty="0"/>
              <a:t>: Terminology(</a:t>
            </a:r>
            <a:r>
              <a:rPr lang="ko-KR" altLang="en-US" sz="1700" kern="0" dirty="0"/>
              <a:t>용어</a:t>
            </a:r>
            <a:r>
              <a:rPr lang="en-US" altLang="ko-KR" sz="1700" kern="0" dirty="0"/>
              <a:t>)</a:t>
            </a:r>
            <a:r>
              <a:rPr lang="ko-KR" altLang="en-US" sz="1700" kern="0" dirty="0"/>
              <a:t>를 제외한 내용은 한글로 작성</a:t>
            </a:r>
            <a:r>
              <a:rPr lang="en-US" altLang="ko-KR" sz="1700" kern="0" dirty="0"/>
              <a:t>.</a:t>
            </a:r>
          </a:p>
        </p:txBody>
      </p:sp>
    </p:spTree>
    <p:extLst>
      <p:ext uri="{BB962C8B-B14F-4D97-AF65-F5344CB8AC3E}">
        <p14:creationId xmlns:p14="http://schemas.microsoft.com/office/powerpoint/2010/main" val="27995526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8EB46CFD-934F-458C-B28A-91EFFD0F4D74}"/>
              </a:ext>
            </a:extLst>
          </p:cNvPr>
          <p:cNvSpPr>
            <a:spLocks noGrp="1"/>
          </p:cNvSpPr>
          <p:nvPr>
            <p:ph idx="1"/>
          </p:nvPr>
        </p:nvSpPr>
        <p:spPr>
          <a:xfrm>
            <a:off x="589756" y="836712"/>
            <a:ext cx="7964487" cy="4724400"/>
          </a:xfrm>
        </p:spPr>
        <p:txBody>
          <a:bodyPr/>
          <a:lstStyle/>
          <a:p>
            <a:r>
              <a:rPr lang="ko-KR" altLang="en-US" dirty="0"/>
              <a:t>중간고사</a:t>
            </a:r>
            <a:endParaRPr lang="en-US" altLang="ko-KR" dirty="0"/>
          </a:p>
          <a:p>
            <a:pPr lvl="1"/>
            <a:r>
              <a:rPr lang="ko-KR" altLang="en-US" dirty="0"/>
              <a:t>시험방식</a:t>
            </a:r>
            <a:r>
              <a:rPr lang="en-US" altLang="ko-KR" dirty="0"/>
              <a:t>: </a:t>
            </a:r>
            <a:r>
              <a:rPr lang="ko-KR" altLang="en-US" dirty="0"/>
              <a:t>대면시험 </a:t>
            </a:r>
            <a:r>
              <a:rPr lang="en-US" altLang="ko-KR" dirty="0"/>
              <a:t>(</a:t>
            </a:r>
            <a:r>
              <a:rPr lang="ko-KR" altLang="en-US" dirty="0"/>
              <a:t>공정성과 투명성 확보를 위함</a:t>
            </a:r>
            <a:r>
              <a:rPr lang="en-US" altLang="ko-KR" dirty="0"/>
              <a:t>)</a:t>
            </a:r>
          </a:p>
          <a:p>
            <a:pPr lvl="1"/>
            <a:r>
              <a:rPr lang="ko-KR" altLang="en-US" dirty="0"/>
              <a:t>시험범위</a:t>
            </a:r>
            <a:r>
              <a:rPr lang="en-US" altLang="ko-KR" dirty="0"/>
              <a:t>: </a:t>
            </a:r>
            <a:r>
              <a:rPr lang="ko-KR" altLang="en-US" dirty="0"/>
              <a:t>강의된 전체내용</a:t>
            </a:r>
            <a:r>
              <a:rPr lang="en-US" altLang="ko-KR" dirty="0"/>
              <a:t>. </a:t>
            </a:r>
            <a:r>
              <a:rPr lang="ko-KR" altLang="en-US" dirty="0"/>
              <a:t>실습강의 내용도 포함됨 </a:t>
            </a:r>
            <a:r>
              <a:rPr lang="en-US" altLang="ko-KR" dirty="0"/>
              <a:t>(</a:t>
            </a:r>
            <a:r>
              <a:rPr lang="ko-KR" altLang="en-US" dirty="0"/>
              <a:t>즉</a:t>
            </a:r>
            <a:r>
              <a:rPr lang="en-US" altLang="ko-KR" dirty="0"/>
              <a:t>, </a:t>
            </a:r>
            <a:r>
              <a:rPr lang="ko-KR" altLang="en-US" dirty="0"/>
              <a:t>프로그래밍 문제 가능</a:t>
            </a:r>
            <a:r>
              <a:rPr lang="en-US" altLang="ko-KR" dirty="0"/>
              <a:t>).</a:t>
            </a:r>
            <a:r>
              <a:rPr lang="ko-KR" altLang="en-US" dirty="0"/>
              <a:t> </a:t>
            </a:r>
            <a:endParaRPr lang="en-US" altLang="ko-KR" dirty="0"/>
          </a:p>
          <a:p>
            <a:pPr lvl="1"/>
            <a:r>
              <a:rPr lang="ko-KR" altLang="en-US" dirty="0"/>
              <a:t>일시</a:t>
            </a:r>
            <a:r>
              <a:rPr lang="en-US" altLang="ko-KR" dirty="0"/>
              <a:t>: 10</a:t>
            </a:r>
            <a:r>
              <a:rPr lang="ko-KR" altLang="en-US" dirty="0"/>
              <a:t>월 </a:t>
            </a:r>
            <a:r>
              <a:rPr lang="en-US" altLang="ko-KR" dirty="0"/>
              <a:t>23</a:t>
            </a:r>
            <a:r>
              <a:rPr lang="ko-KR" altLang="en-US" dirty="0"/>
              <a:t>일</a:t>
            </a:r>
            <a:r>
              <a:rPr lang="en-US" altLang="ko-KR" dirty="0"/>
              <a:t>(</a:t>
            </a:r>
            <a:r>
              <a:rPr lang="ko-KR" altLang="en-US" dirty="0"/>
              <a:t>금</a:t>
            </a:r>
            <a:r>
              <a:rPr lang="en-US" altLang="ko-KR" dirty="0"/>
              <a:t>) 13:00 – 15:00 (</a:t>
            </a:r>
            <a:r>
              <a:rPr lang="ko-KR" altLang="en-US" dirty="0"/>
              <a:t>실습시간</a:t>
            </a:r>
            <a:r>
              <a:rPr lang="en-US" altLang="ko-KR" dirty="0"/>
              <a:t>)</a:t>
            </a:r>
          </a:p>
          <a:p>
            <a:pPr lvl="1"/>
            <a:r>
              <a:rPr lang="ko-KR" altLang="en-US" dirty="0"/>
              <a:t>장소</a:t>
            </a:r>
            <a:r>
              <a:rPr lang="en-US" altLang="ko-KR" dirty="0"/>
              <a:t>: </a:t>
            </a:r>
            <a:r>
              <a:rPr lang="ko-KR" altLang="en-US" dirty="0"/>
              <a:t>제</a:t>
            </a:r>
            <a:r>
              <a:rPr lang="en-US" altLang="ko-KR" dirty="0"/>
              <a:t>1</a:t>
            </a:r>
            <a:r>
              <a:rPr lang="ko-KR" altLang="en-US" dirty="0"/>
              <a:t>공학관 </a:t>
            </a:r>
            <a:r>
              <a:rPr lang="en-US" altLang="ko-KR" dirty="0"/>
              <a:t>404</a:t>
            </a:r>
            <a:r>
              <a:rPr lang="ko-KR" altLang="en-US" dirty="0"/>
              <a:t>호</a:t>
            </a:r>
            <a:r>
              <a:rPr lang="en-US" altLang="ko-KR" dirty="0"/>
              <a:t>, 405</a:t>
            </a:r>
            <a:r>
              <a:rPr lang="ko-KR" altLang="en-US" dirty="0"/>
              <a:t>호</a:t>
            </a:r>
            <a:endParaRPr lang="en-US" altLang="ko-KR" dirty="0"/>
          </a:p>
          <a:p>
            <a:pPr lvl="1"/>
            <a:r>
              <a:rPr lang="ko-KR" altLang="en-US" dirty="0"/>
              <a:t>유의사항</a:t>
            </a:r>
            <a:r>
              <a:rPr lang="en-US" altLang="ko-KR" dirty="0"/>
              <a:t>: A4 </a:t>
            </a:r>
            <a:r>
              <a:rPr lang="ko-KR" altLang="en-US" dirty="0"/>
              <a:t>용지 </a:t>
            </a:r>
            <a:r>
              <a:rPr lang="en-US" altLang="ko-KR" dirty="0"/>
              <a:t>1</a:t>
            </a:r>
            <a:r>
              <a:rPr lang="ko-KR" altLang="en-US" dirty="0"/>
              <a:t>면에 </a:t>
            </a:r>
            <a:r>
              <a:rPr lang="en-US" altLang="ko-KR" dirty="0"/>
              <a:t>Summary Sheet </a:t>
            </a:r>
            <a:r>
              <a:rPr lang="ko-KR" altLang="en-US" dirty="0"/>
              <a:t>준비바람</a:t>
            </a:r>
            <a:r>
              <a:rPr lang="en-US" altLang="ko-KR" dirty="0"/>
              <a:t>. </a:t>
            </a:r>
          </a:p>
          <a:p>
            <a:pPr lvl="2"/>
            <a:r>
              <a:rPr lang="ko-KR" altLang="en-US" dirty="0"/>
              <a:t>자필한 </a:t>
            </a:r>
            <a:r>
              <a:rPr lang="en-US" altLang="ko-KR" dirty="0"/>
              <a:t>Summary Sheet</a:t>
            </a:r>
            <a:r>
              <a:rPr lang="ko-KR" altLang="en-US" dirty="0"/>
              <a:t>만 가능</a:t>
            </a:r>
            <a:endParaRPr lang="en-US" altLang="ko-KR" dirty="0"/>
          </a:p>
          <a:p>
            <a:pPr lvl="2"/>
            <a:r>
              <a:rPr lang="ko-KR" altLang="en-US" dirty="0"/>
              <a:t>복사불가</a:t>
            </a:r>
            <a:r>
              <a:rPr lang="en-US" altLang="ko-KR" dirty="0"/>
              <a:t>, </a:t>
            </a:r>
            <a:r>
              <a:rPr lang="ko-KR" altLang="en-US" dirty="0"/>
              <a:t>인쇄불가</a:t>
            </a:r>
            <a:endParaRPr lang="en-US" altLang="ko-KR" dirty="0"/>
          </a:p>
          <a:p>
            <a:pPr lvl="1"/>
            <a:r>
              <a:rPr lang="ko-KR" altLang="en-US" dirty="0"/>
              <a:t>체온측정후 필요시 특별고사실에서 시험을 보게 됨</a:t>
            </a:r>
            <a:r>
              <a:rPr lang="en-US" altLang="ko-KR" dirty="0"/>
              <a:t>. </a:t>
            </a:r>
          </a:p>
          <a:p>
            <a:pPr lvl="1"/>
            <a:endParaRPr lang="en-US" altLang="ko-KR" dirty="0"/>
          </a:p>
          <a:p>
            <a:r>
              <a:rPr lang="en-US" altLang="ko-KR" dirty="0"/>
              <a:t>Term Project</a:t>
            </a:r>
          </a:p>
          <a:p>
            <a:pPr lvl="1"/>
            <a:r>
              <a:rPr lang="ko-KR" altLang="en-US" dirty="0"/>
              <a:t>내용</a:t>
            </a:r>
            <a:r>
              <a:rPr lang="en-US" altLang="ko-KR" dirty="0"/>
              <a:t>: </a:t>
            </a:r>
            <a:r>
              <a:rPr lang="ko-KR" altLang="en-US" dirty="0"/>
              <a:t>직접 촬영한 </a:t>
            </a:r>
            <a:r>
              <a:rPr lang="en-US" altLang="ko-KR" dirty="0"/>
              <a:t>image</a:t>
            </a:r>
            <a:r>
              <a:rPr lang="ko-KR" altLang="en-US" dirty="0"/>
              <a:t>를 </a:t>
            </a:r>
            <a:r>
              <a:rPr lang="en-US" altLang="ko-KR" dirty="0"/>
              <a:t>Deep Learning</a:t>
            </a:r>
            <a:r>
              <a:rPr lang="ko-KR" altLang="en-US" dirty="0"/>
              <a:t>으로 분석하여 </a:t>
            </a:r>
            <a:r>
              <a:rPr lang="ko-KR" altLang="en-US" dirty="0" err="1"/>
              <a:t>의사결정하는</a:t>
            </a:r>
            <a:r>
              <a:rPr lang="ko-KR" altLang="en-US" dirty="0"/>
              <a:t> 문제</a:t>
            </a:r>
            <a:endParaRPr lang="en-US" altLang="ko-KR" dirty="0"/>
          </a:p>
          <a:p>
            <a:pPr lvl="2"/>
            <a:r>
              <a:rPr lang="ko-KR" altLang="en-US" dirty="0"/>
              <a:t>상세내용은 추후 설명</a:t>
            </a:r>
            <a:endParaRPr lang="en-US" altLang="ko-KR" dirty="0"/>
          </a:p>
          <a:p>
            <a:pPr lvl="1"/>
            <a:r>
              <a:rPr lang="ko-KR" altLang="en-US" dirty="0"/>
              <a:t>학습목표</a:t>
            </a:r>
            <a:r>
              <a:rPr lang="en-US" altLang="ko-KR" dirty="0"/>
              <a:t>: HW </a:t>
            </a:r>
            <a:r>
              <a:rPr lang="ko-KR" altLang="en-US" dirty="0"/>
              <a:t>활용</a:t>
            </a:r>
            <a:r>
              <a:rPr lang="en-US" altLang="ko-KR" dirty="0"/>
              <a:t> + Image analysis + Deep Learning + Programming</a:t>
            </a:r>
          </a:p>
          <a:p>
            <a:pPr lvl="1"/>
            <a:r>
              <a:rPr lang="ko-KR" altLang="en-US" dirty="0"/>
              <a:t>과제수행형태</a:t>
            </a:r>
            <a:r>
              <a:rPr lang="en-US" altLang="ko-KR" dirty="0"/>
              <a:t>: Team Project (4</a:t>
            </a:r>
            <a:r>
              <a:rPr lang="ko-KR" altLang="en-US" dirty="0"/>
              <a:t>인 </a:t>
            </a:r>
            <a:r>
              <a:rPr lang="en-US" altLang="ko-KR" dirty="0"/>
              <a:t>1</a:t>
            </a:r>
            <a:r>
              <a:rPr lang="ko-KR" altLang="en-US" dirty="0"/>
              <a:t>팀</a:t>
            </a:r>
            <a:r>
              <a:rPr lang="en-US" altLang="ko-KR" dirty="0"/>
              <a:t>)</a:t>
            </a:r>
          </a:p>
          <a:p>
            <a:pPr lvl="2"/>
            <a:r>
              <a:rPr lang="ko-KR" altLang="en-US" dirty="0"/>
              <a:t>각자 </a:t>
            </a:r>
            <a:r>
              <a:rPr lang="en-US" altLang="ko-KR" dirty="0"/>
              <a:t>Team </a:t>
            </a:r>
            <a:r>
              <a:rPr lang="ko-KR" altLang="en-US" dirty="0"/>
              <a:t>구성노력 시작하기 바람</a:t>
            </a:r>
            <a:r>
              <a:rPr lang="en-US" altLang="ko-KR" dirty="0"/>
              <a:t>. </a:t>
            </a:r>
          </a:p>
          <a:p>
            <a:pPr lvl="2"/>
            <a:r>
              <a:rPr lang="en-US" altLang="ko-KR" dirty="0"/>
              <a:t>Team </a:t>
            </a:r>
            <a:r>
              <a:rPr lang="ko-KR" altLang="en-US" dirty="0"/>
              <a:t>구성결과를 제출하기 바람 </a:t>
            </a:r>
            <a:r>
              <a:rPr lang="en-US" altLang="ko-KR" dirty="0"/>
              <a:t>(</a:t>
            </a:r>
            <a:r>
              <a:rPr lang="ko-KR" altLang="en-US" dirty="0"/>
              <a:t>상세한 내용은 추후 </a:t>
            </a:r>
            <a:r>
              <a:rPr lang="ko-KR" altLang="en-US" dirty="0" err="1"/>
              <a:t>재공지</a:t>
            </a:r>
            <a:r>
              <a:rPr lang="en-US" altLang="ko-KR" dirty="0"/>
              <a:t>)</a:t>
            </a:r>
          </a:p>
          <a:p>
            <a:pPr lvl="1"/>
            <a:endParaRPr lang="ko-KR" altLang="en-US" dirty="0"/>
          </a:p>
        </p:txBody>
      </p:sp>
      <p:sp>
        <p:nvSpPr>
          <p:cNvPr id="3" name="제목 2">
            <a:extLst>
              <a:ext uri="{FF2B5EF4-FFF2-40B4-BE49-F238E27FC236}">
                <a16:creationId xmlns:a16="http://schemas.microsoft.com/office/drawing/2014/main" id="{A1A8C311-70E5-42E9-965D-C85A2A3874E1}"/>
              </a:ext>
            </a:extLst>
          </p:cNvPr>
          <p:cNvSpPr>
            <a:spLocks noGrp="1"/>
          </p:cNvSpPr>
          <p:nvPr>
            <p:ph type="title"/>
          </p:nvPr>
        </p:nvSpPr>
        <p:spPr/>
        <p:txBody>
          <a:bodyPr/>
          <a:lstStyle/>
          <a:p>
            <a:r>
              <a:rPr lang="ko-KR" altLang="en-US" dirty="0"/>
              <a:t>공지사항</a:t>
            </a:r>
          </a:p>
        </p:txBody>
      </p:sp>
      <p:sp>
        <p:nvSpPr>
          <p:cNvPr id="4" name="슬라이드 번호 개체 틀 3">
            <a:extLst>
              <a:ext uri="{FF2B5EF4-FFF2-40B4-BE49-F238E27FC236}">
                <a16:creationId xmlns:a16="http://schemas.microsoft.com/office/drawing/2014/main" id="{C15317E3-BED4-46FF-9C40-6C130B395FB2}"/>
              </a:ext>
            </a:extLst>
          </p:cNvPr>
          <p:cNvSpPr>
            <a:spLocks noGrp="1"/>
          </p:cNvSpPr>
          <p:nvPr>
            <p:ph type="sldNum" sz="quarter" idx="4"/>
          </p:nvPr>
        </p:nvSpPr>
        <p:spPr/>
        <p:txBody>
          <a:bodyPr/>
          <a:lstStyle/>
          <a:p>
            <a:fld id="{08D006B4-DD64-43B7-816D-351BE851D9DC}" type="slidenum">
              <a:rPr lang="en-US" altLang="ko-KR" smtClean="0"/>
              <a:pPr/>
              <a:t>2</a:t>
            </a:fld>
            <a:endParaRPr lang="en-US" dirty="0"/>
          </a:p>
        </p:txBody>
      </p:sp>
    </p:spTree>
    <p:extLst>
      <p:ext uri="{BB962C8B-B14F-4D97-AF65-F5344CB8AC3E}">
        <p14:creationId xmlns:p14="http://schemas.microsoft.com/office/powerpoint/2010/main" val="325829384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414EC0EE-1A45-4DAE-8D0B-C1D4203DFAB4}"/>
              </a:ext>
            </a:extLst>
          </p:cNvPr>
          <p:cNvSpPr>
            <a:spLocks noGrp="1"/>
          </p:cNvSpPr>
          <p:nvPr>
            <p:ph idx="1"/>
          </p:nvPr>
        </p:nvSpPr>
        <p:spPr/>
        <p:txBody>
          <a:bodyPr/>
          <a:lstStyle/>
          <a:p>
            <a:r>
              <a:rPr lang="ko-KR" altLang="en-US" sz="2400" dirty="0"/>
              <a:t>이론수업 </a:t>
            </a:r>
            <a:r>
              <a:rPr lang="en-US" altLang="ko-KR" sz="2400" dirty="0"/>
              <a:t>HW</a:t>
            </a:r>
            <a:r>
              <a:rPr lang="ko-KR" altLang="en-US" sz="2400" dirty="0"/>
              <a:t> </a:t>
            </a:r>
            <a:r>
              <a:rPr lang="en-US" altLang="ko-KR" sz="2400" dirty="0"/>
              <a:t>#4</a:t>
            </a:r>
            <a:r>
              <a:rPr lang="ko-KR" altLang="en-US" sz="2400" dirty="0"/>
              <a:t> 의 </a:t>
            </a:r>
            <a:r>
              <a:rPr lang="en-US" altLang="ko-KR" sz="2400" dirty="0"/>
              <a:t>DUE DATE</a:t>
            </a:r>
            <a:r>
              <a:rPr lang="ko-KR" altLang="en-US" sz="2400" dirty="0"/>
              <a:t>는 </a:t>
            </a:r>
            <a:r>
              <a:rPr lang="en-US" altLang="ko-KR" sz="2400" dirty="0"/>
              <a:t>10</a:t>
            </a:r>
            <a:r>
              <a:rPr lang="ko-KR" altLang="en-US" sz="2400" dirty="0"/>
              <a:t>월 </a:t>
            </a:r>
            <a:r>
              <a:rPr lang="en-US" altLang="ko-KR" sz="2400" dirty="0"/>
              <a:t>26</a:t>
            </a:r>
            <a:r>
              <a:rPr lang="ko-KR" altLang="en-US" sz="2400" dirty="0"/>
              <a:t>일 입니다</a:t>
            </a:r>
            <a:r>
              <a:rPr lang="en-US" altLang="ko-KR" sz="2400" dirty="0"/>
              <a:t>. </a:t>
            </a:r>
            <a:endParaRPr lang="ko-KR" altLang="en-US" sz="2400" dirty="0"/>
          </a:p>
        </p:txBody>
      </p:sp>
      <p:sp>
        <p:nvSpPr>
          <p:cNvPr id="3" name="제목 2">
            <a:extLst>
              <a:ext uri="{FF2B5EF4-FFF2-40B4-BE49-F238E27FC236}">
                <a16:creationId xmlns:a16="http://schemas.microsoft.com/office/drawing/2014/main" id="{3507B9ED-5A5A-4FF4-BDD5-6342DB9201AC}"/>
              </a:ext>
            </a:extLst>
          </p:cNvPr>
          <p:cNvSpPr>
            <a:spLocks noGrp="1"/>
          </p:cNvSpPr>
          <p:nvPr>
            <p:ph type="title"/>
          </p:nvPr>
        </p:nvSpPr>
        <p:spPr/>
        <p:txBody>
          <a:bodyPr/>
          <a:lstStyle/>
          <a:p>
            <a:endParaRPr lang="ko-KR" altLang="en-US"/>
          </a:p>
        </p:txBody>
      </p:sp>
      <p:sp>
        <p:nvSpPr>
          <p:cNvPr id="4" name="슬라이드 번호 개체 틀 3">
            <a:extLst>
              <a:ext uri="{FF2B5EF4-FFF2-40B4-BE49-F238E27FC236}">
                <a16:creationId xmlns:a16="http://schemas.microsoft.com/office/drawing/2014/main" id="{2307678B-0D05-4FC4-9571-8AD86C0E1E88}"/>
              </a:ext>
            </a:extLst>
          </p:cNvPr>
          <p:cNvSpPr>
            <a:spLocks noGrp="1"/>
          </p:cNvSpPr>
          <p:nvPr>
            <p:ph type="sldNum" sz="quarter" idx="4"/>
          </p:nvPr>
        </p:nvSpPr>
        <p:spPr/>
        <p:txBody>
          <a:bodyPr/>
          <a:lstStyle/>
          <a:p>
            <a:fld id="{08D006B4-DD64-43B7-816D-351BE851D9DC}" type="slidenum">
              <a:rPr lang="en-US" altLang="ko-KR" smtClean="0"/>
              <a:pPr/>
              <a:t>3</a:t>
            </a:fld>
            <a:endParaRPr lang="en-US" dirty="0"/>
          </a:p>
        </p:txBody>
      </p:sp>
    </p:spTree>
    <p:extLst>
      <p:ext uri="{BB962C8B-B14F-4D97-AF65-F5344CB8AC3E}">
        <p14:creationId xmlns:p14="http://schemas.microsoft.com/office/powerpoint/2010/main" val="350036364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a:extLst>
              <a:ext uri="{FF2B5EF4-FFF2-40B4-BE49-F238E27FC236}">
                <a16:creationId xmlns:a16="http://schemas.microsoft.com/office/drawing/2014/main" id="{8F262180-6EF2-4BCA-B9EB-9EE733BC1724}"/>
              </a:ext>
            </a:extLst>
          </p:cNvPr>
          <p:cNvSpPr>
            <a:spLocks noGrp="1"/>
          </p:cNvSpPr>
          <p:nvPr>
            <p:ph type="title"/>
          </p:nvPr>
        </p:nvSpPr>
        <p:spPr>
          <a:xfrm>
            <a:off x="4" y="141244"/>
            <a:ext cx="9143996" cy="597886"/>
          </a:xfrm>
        </p:spPr>
        <p:txBody>
          <a:bodyPr/>
          <a:lstStyle/>
          <a:p>
            <a:r>
              <a:rPr lang="en-US" altLang="ko-KR" dirty="0"/>
              <a:t>Hippocrates, BC 460-370 (90</a:t>
            </a:r>
            <a:r>
              <a:rPr lang="ko-KR" altLang="en-US" dirty="0"/>
              <a:t>세</a:t>
            </a:r>
            <a:r>
              <a:rPr lang="en-US" altLang="ko-KR" dirty="0"/>
              <a:t>)</a:t>
            </a:r>
            <a:r>
              <a:rPr lang="ko-KR" altLang="en-US" dirty="0"/>
              <a:t> </a:t>
            </a:r>
            <a:br>
              <a:rPr lang="en-US" altLang="ko-KR" dirty="0"/>
            </a:br>
            <a:r>
              <a:rPr lang="ko-KR" altLang="en-US" sz="2000" dirty="0"/>
              <a:t>서양의학의 아버지</a:t>
            </a:r>
            <a:endParaRPr lang="ko-KR" altLang="en-US" dirty="0"/>
          </a:p>
        </p:txBody>
      </p:sp>
      <p:sp>
        <p:nvSpPr>
          <p:cNvPr id="4" name="슬라이드 번호 개체 틀 3">
            <a:extLst>
              <a:ext uri="{FF2B5EF4-FFF2-40B4-BE49-F238E27FC236}">
                <a16:creationId xmlns:a16="http://schemas.microsoft.com/office/drawing/2014/main" id="{3B371827-491F-423E-B05C-A3BE9B69BD77}"/>
              </a:ext>
            </a:extLst>
          </p:cNvPr>
          <p:cNvSpPr>
            <a:spLocks noGrp="1"/>
          </p:cNvSpPr>
          <p:nvPr>
            <p:ph type="sldNum" sz="quarter" idx="4"/>
          </p:nvPr>
        </p:nvSpPr>
        <p:spPr/>
        <p:txBody>
          <a:bodyPr/>
          <a:lstStyle/>
          <a:p>
            <a:fld id="{08D006B4-DD64-43B7-816D-351BE851D9DC}" type="slidenum">
              <a:rPr lang="en-US" altLang="ko-KR" smtClean="0"/>
              <a:pPr/>
              <a:t>4</a:t>
            </a:fld>
            <a:endParaRPr lang="en-US" dirty="0"/>
          </a:p>
        </p:txBody>
      </p:sp>
      <p:pic>
        <p:nvPicPr>
          <p:cNvPr id="14338" name="Picture 2">
            <a:extLst>
              <a:ext uri="{FF2B5EF4-FFF2-40B4-BE49-F238E27FC236}">
                <a16:creationId xmlns:a16="http://schemas.microsoft.com/office/drawing/2014/main" id="{646BC7BD-CBBB-41FF-AD57-3AF7B458DC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8743" y="3801789"/>
            <a:ext cx="2095500" cy="3076575"/>
          </a:xfrm>
          <a:prstGeom prst="rect">
            <a:avLst/>
          </a:prstGeom>
          <a:noFill/>
          <a:extLst>
            <a:ext uri="{909E8E84-426E-40DD-AFC4-6F175D3DCCD1}">
              <a14:hiddenFill xmlns:a14="http://schemas.microsoft.com/office/drawing/2010/main">
                <a:solidFill>
                  <a:srgbClr val="FFFFFF"/>
                </a:solidFill>
              </a14:hiddenFill>
            </a:ext>
          </a:extLst>
        </p:spPr>
      </p:pic>
      <p:sp>
        <p:nvSpPr>
          <p:cNvPr id="6" name="내용 개체 틀 1">
            <a:extLst>
              <a:ext uri="{FF2B5EF4-FFF2-40B4-BE49-F238E27FC236}">
                <a16:creationId xmlns:a16="http://schemas.microsoft.com/office/drawing/2014/main" id="{E8A68B5B-C9D8-4E49-83CA-8867C754ABDD}"/>
              </a:ext>
            </a:extLst>
          </p:cNvPr>
          <p:cNvSpPr txBox="1">
            <a:spLocks/>
          </p:cNvSpPr>
          <p:nvPr/>
        </p:nvSpPr>
        <p:spPr bwMode="auto">
          <a:xfrm>
            <a:off x="89756" y="908720"/>
            <a:ext cx="9054243" cy="3312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type="none" w="sm" len="sm"/>
                <a:tailEnd type="none" w="sm" len="sm"/>
              </a14:hiddenLine>
            </a:ext>
          </a:extLst>
        </p:spPr>
        <p:txBody>
          <a:bodyPr vert="horz" wrap="square" lIns="91440" tIns="45720" rIns="91440" bIns="45720" numCol="1" anchor="t" anchorCtr="0" compatLnSpc="1">
            <a:prstTxWarp prst="textNoShape">
              <a:avLst/>
            </a:prstTxWarp>
          </a:bodyPr>
          <a:lstStyle>
            <a:lvl1pPr marL="257175" indent="-257175" algn="l" rtl="0" eaLnBrk="0" fontAlgn="base" latinLnBrk="1" hangingPunct="0">
              <a:lnSpc>
                <a:spcPct val="110000"/>
              </a:lnSpc>
              <a:spcBef>
                <a:spcPct val="20000"/>
              </a:spcBef>
              <a:spcAft>
                <a:spcPct val="0"/>
              </a:spcAft>
              <a:buClr>
                <a:srgbClr val="6600FF"/>
              </a:buClr>
              <a:buFont typeface="Wingdings" pitchFamily="2" charset="2"/>
              <a:buChar char="n"/>
              <a:defRPr kumimoji="1" sz="1700" b="1">
                <a:solidFill>
                  <a:schemeClr val="tx1"/>
                </a:solidFill>
                <a:latin typeface="+mn-lt"/>
                <a:ea typeface="+mn-ea"/>
                <a:cs typeface="+mn-cs"/>
              </a:defRPr>
            </a:lvl1pPr>
            <a:lvl2pPr marL="557213" indent="-214313" algn="l" rtl="0" eaLnBrk="0" fontAlgn="base" latinLnBrk="1" hangingPunct="0">
              <a:lnSpc>
                <a:spcPct val="110000"/>
              </a:lnSpc>
              <a:spcBef>
                <a:spcPct val="20000"/>
              </a:spcBef>
              <a:spcAft>
                <a:spcPct val="0"/>
              </a:spcAft>
              <a:buClr>
                <a:srgbClr val="6600FF"/>
              </a:buClr>
              <a:buChar char="–"/>
              <a:defRPr kumimoji="1" sz="1550" b="1">
                <a:solidFill>
                  <a:schemeClr val="tx1"/>
                </a:solidFill>
                <a:latin typeface="Arial" charset="0"/>
                <a:ea typeface="+mn-ea"/>
              </a:defRPr>
            </a:lvl2pPr>
            <a:lvl3pPr marL="857250" indent="-171450" algn="l" rtl="0" eaLnBrk="0" fontAlgn="base" latinLnBrk="1" hangingPunct="0">
              <a:lnSpc>
                <a:spcPct val="110000"/>
              </a:lnSpc>
              <a:spcBef>
                <a:spcPct val="20000"/>
              </a:spcBef>
              <a:spcAft>
                <a:spcPct val="0"/>
              </a:spcAft>
              <a:buClr>
                <a:srgbClr val="6600FF"/>
              </a:buClr>
              <a:buChar char="•"/>
              <a:defRPr kumimoji="1" sz="1400" b="1">
                <a:solidFill>
                  <a:schemeClr val="tx1"/>
                </a:solidFill>
                <a:latin typeface="Arial" charset="0"/>
                <a:ea typeface="+mn-ea"/>
              </a:defRPr>
            </a:lvl3pPr>
            <a:lvl4pPr marL="1200150" indent="-171450" algn="l" rtl="0" eaLnBrk="0" fontAlgn="base" latinLnBrk="1" hangingPunct="0">
              <a:lnSpc>
                <a:spcPct val="110000"/>
              </a:lnSpc>
              <a:spcBef>
                <a:spcPct val="20000"/>
              </a:spcBef>
              <a:spcAft>
                <a:spcPct val="0"/>
              </a:spcAft>
              <a:buClr>
                <a:srgbClr val="6600FF"/>
              </a:buClr>
              <a:buChar char="–"/>
              <a:defRPr kumimoji="1" sz="1250" b="1">
                <a:solidFill>
                  <a:schemeClr val="tx1"/>
                </a:solidFill>
                <a:latin typeface="Arial" charset="0"/>
                <a:ea typeface="+mn-ea"/>
              </a:defRPr>
            </a:lvl4pPr>
            <a:lvl5pPr marL="1543050" indent="-171450" algn="l" rtl="0" eaLnBrk="0" fontAlgn="base" latinLnBrk="1" hangingPunct="0">
              <a:lnSpc>
                <a:spcPct val="110000"/>
              </a:lnSpc>
              <a:spcBef>
                <a:spcPct val="20000"/>
              </a:spcBef>
              <a:spcAft>
                <a:spcPct val="0"/>
              </a:spcAft>
              <a:buClr>
                <a:srgbClr val="6600FF"/>
              </a:buClr>
              <a:buChar char="•"/>
              <a:defRPr kumimoji="1" sz="1250" b="1">
                <a:solidFill>
                  <a:schemeClr val="tx1"/>
                </a:solidFill>
                <a:latin typeface="Arial" charset="0"/>
                <a:ea typeface="+mn-ea"/>
              </a:defRPr>
            </a:lvl5pPr>
            <a:lvl6pPr marL="1885950" indent="-171450" algn="l" rtl="0" fontAlgn="base" latinLnBrk="1">
              <a:lnSpc>
                <a:spcPct val="110000"/>
              </a:lnSpc>
              <a:spcBef>
                <a:spcPct val="20000"/>
              </a:spcBef>
              <a:spcAft>
                <a:spcPct val="0"/>
              </a:spcAft>
              <a:buClr>
                <a:srgbClr val="6600FF"/>
              </a:buClr>
              <a:buChar char="•"/>
              <a:defRPr kumimoji="1" sz="1125" b="1">
                <a:solidFill>
                  <a:schemeClr val="tx1"/>
                </a:solidFill>
                <a:latin typeface="+mn-lt"/>
                <a:ea typeface="+mn-ea"/>
              </a:defRPr>
            </a:lvl6pPr>
            <a:lvl7pPr marL="2228850" indent="-171450" algn="l" rtl="0" fontAlgn="base" latinLnBrk="1">
              <a:lnSpc>
                <a:spcPct val="110000"/>
              </a:lnSpc>
              <a:spcBef>
                <a:spcPct val="20000"/>
              </a:spcBef>
              <a:spcAft>
                <a:spcPct val="0"/>
              </a:spcAft>
              <a:buClr>
                <a:srgbClr val="6600FF"/>
              </a:buClr>
              <a:buChar char="•"/>
              <a:defRPr kumimoji="1" sz="1125" b="1">
                <a:solidFill>
                  <a:schemeClr val="tx1"/>
                </a:solidFill>
                <a:latin typeface="+mn-lt"/>
                <a:ea typeface="+mn-ea"/>
              </a:defRPr>
            </a:lvl7pPr>
            <a:lvl8pPr marL="2571750" indent="-171450" algn="l" rtl="0" fontAlgn="base" latinLnBrk="1">
              <a:lnSpc>
                <a:spcPct val="110000"/>
              </a:lnSpc>
              <a:spcBef>
                <a:spcPct val="20000"/>
              </a:spcBef>
              <a:spcAft>
                <a:spcPct val="0"/>
              </a:spcAft>
              <a:buClr>
                <a:srgbClr val="6600FF"/>
              </a:buClr>
              <a:buChar char="•"/>
              <a:defRPr kumimoji="1" sz="1125" b="1">
                <a:solidFill>
                  <a:schemeClr val="tx1"/>
                </a:solidFill>
                <a:latin typeface="+mn-lt"/>
                <a:ea typeface="+mn-ea"/>
              </a:defRPr>
            </a:lvl8pPr>
            <a:lvl9pPr marL="2914650" indent="-171450" algn="l" rtl="0" fontAlgn="base" latinLnBrk="1">
              <a:lnSpc>
                <a:spcPct val="110000"/>
              </a:lnSpc>
              <a:spcBef>
                <a:spcPct val="20000"/>
              </a:spcBef>
              <a:spcAft>
                <a:spcPct val="0"/>
              </a:spcAft>
              <a:buClr>
                <a:srgbClr val="6600FF"/>
              </a:buClr>
              <a:buChar char="•"/>
              <a:defRPr kumimoji="1" sz="1125" b="1">
                <a:solidFill>
                  <a:schemeClr val="tx1"/>
                </a:solidFill>
                <a:latin typeface="+mn-lt"/>
                <a:ea typeface="+mn-ea"/>
              </a:defRPr>
            </a:lvl9pPr>
          </a:lstStyle>
          <a:p>
            <a:pPr marL="0" indent="0">
              <a:buNone/>
            </a:pPr>
            <a:r>
              <a:rPr lang="en-US" altLang="ko-KR" sz="1800" kern="0" dirty="0"/>
              <a:t>Men ought to know that from the brain, and from the brain only, arise our pleasures, joys, laughter and jests, as well as our sorrows, pains, griefs and tears. Through it, in particular, we think, see, hear, and distinguish the ugly from the beautiful, the bad from the good, the pleasant from the unpleasant, in some cases using custom as a test, in others perceiving them from their utility. It is the same thing which makes us mad or delirious, inspires us with dread or fear, whether by night or by day, brings sleeplessness, inopportune mistakes, aimless anxieties, absent-mindedness, and acts that are contrary to habit. These things that we suffer all come from the brain, when it is not healthy, but becomes abnormally hot, cold, moist, or dry, or suffers any other unnatural affection to which it was not accustomed. Madness comes from its moistness. </a:t>
            </a:r>
          </a:p>
          <a:p>
            <a:pPr marL="0" indent="0">
              <a:buNone/>
            </a:pPr>
            <a:r>
              <a:rPr lang="en-US" altLang="ko-KR" sz="1800" i="1" kern="0" dirty="0">
                <a:solidFill>
                  <a:srgbClr val="0000FF"/>
                </a:solidFill>
              </a:rPr>
              <a:t>(The Sacred Disease, in Hippocrates, trans. W. H. S. Jones (1923)</a:t>
            </a:r>
          </a:p>
        </p:txBody>
      </p:sp>
      <p:sp>
        <p:nvSpPr>
          <p:cNvPr id="8" name="내용 개체 틀 1">
            <a:extLst>
              <a:ext uri="{FF2B5EF4-FFF2-40B4-BE49-F238E27FC236}">
                <a16:creationId xmlns:a16="http://schemas.microsoft.com/office/drawing/2014/main" id="{C3394CF5-FF42-475C-A3DC-55CDD5CDF988}"/>
              </a:ext>
            </a:extLst>
          </p:cNvPr>
          <p:cNvSpPr txBox="1">
            <a:spLocks/>
          </p:cNvSpPr>
          <p:nvPr/>
        </p:nvSpPr>
        <p:spPr bwMode="auto">
          <a:xfrm>
            <a:off x="89756" y="4777869"/>
            <a:ext cx="6868987" cy="193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type="none" w="sm" len="sm"/>
                <a:tailEnd type="none" w="sm" len="sm"/>
              </a14:hiddenLine>
            </a:ext>
          </a:extLst>
        </p:spPr>
        <p:txBody>
          <a:bodyPr vert="horz" wrap="square" lIns="91440" tIns="45720" rIns="91440" bIns="45720" numCol="1" anchor="t" anchorCtr="0" compatLnSpc="1">
            <a:prstTxWarp prst="textNoShape">
              <a:avLst/>
            </a:prstTxWarp>
          </a:bodyPr>
          <a:lstStyle>
            <a:lvl1pPr marL="257175" indent="-257175" algn="l" rtl="0" eaLnBrk="0" fontAlgn="base" latinLnBrk="1" hangingPunct="0">
              <a:lnSpc>
                <a:spcPct val="110000"/>
              </a:lnSpc>
              <a:spcBef>
                <a:spcPct val="20000"/>
              </a:spcBef>
              <a:spcAft>
                <a:spcPct val="0"/>
              </a:spcAft>
              <a:buClr>
                <a:srgbClr val="6600FF"/>
              </a:buClr>
              <a:buFont typeface="Wingdings" pitchFamily="2" charset="2"/>
              <a:buChar char="n"/>
              <a:defRPr kumimoji="1" sz="1700" b="1">
                <a:solidFill>
                  <a:schemeClr val="tx1"/>
                </a:solidFill>
                <a:latin typeface="+mn-lt"/>
                <a:ea typeface="+mn-ea"/>
                <a:cs typeface="+mn-cs"/>
              </a:defRPr>
            </a:lvl1pPr>
            <a:lvl2pPr marL="557213" indent="-214313" algn="l" rtl="0" eaLnBrk="0" fontAlgn="base" latinLnBrk="1" hangingPunct="0">
              <a:lnSpc>
                <a:spcPct val="110000"/>
              </a:lnSpc>
              <a:spcBef>
                <a:spcPct val="20000"/>
              </a:spcBef>
              <a:spcAft>
                <a:spcPct val="0"/>
              </a:spcAft>
              <a:buClr>
                <a:srgbClr val="6600FF"/>
              </a:buClr>
              <a:buChar char="–"/>
              <a:defRPr kumimoji="1" sz="1550" b="1">
                <a:solidFill>
                  <a:schemeClr val="tx1"/>
                </a:solidFill>
                <a:latin typeface="Arial" charset="0"/>
                <a:ea typeface="+mn-ea"/>
              </a:defRPr>
            </a:lvl2pPr>
            <a:lvl3pPr marL="857250" indent="-171450" algn="l" rtl="0" eaLnBrk="0" fontAlgn="base" latinLnBrk="1" hangingPunct="0">
              <a:lnSpc>
                <a:spcPct val="110000"/>
              </a:lnSpc>
              <a:spcBef>
                <a:spcPct val="20000"/>
              </a:spcBef>
              <a:spcAft>
                <a:spcPct val="0"/>
              </a:spcAft>
              <a:buClr>
                <a:srgbClr val="6600FF"/>
              </a:buClr>
              <a:buChar char="•"/>
              <a:defRPr kumimoji="1" sz="1400" b="1">
                <a:solidFill>
                  <a:schemeClr val="tx1"/>
                </a:solidFill>
                <a:latin typeface="Arial" charset="0"/>
                <a:ea typeface="+mn-ea"/>
              </a:defRPr>
            </a:lvl3pPr>
            <a:lvl4pPr marL="1200150" indent="-171450" algn="l" rtl="0" eaLnBrk="0" fontAlgn="base" latinLnBrk="1" hangingPunct="0">
              <a:lnSpc>
                <a:spcPct val="110000"/>
              </a:lnSpc>
              <a:spcBef>
                <a:spcPct val="20000"/>
              </a:spcBef>
              <a:spcAft>
                <a:spcPct val="0"/>
              </a:spcAft>
              <a:buClr>
                <a:srgbClr val="6600FF"/>
              </a:buClr>
              <a:buChar char="–"/>
              <a:defRPr kumimoji="1" sz="1250" b="1">
                <a:solidFill>
                  <a:schemeClr val="tx1"/>
                </a:solidFill>
                <a:latin typeface="Arial" charset="0"/>
                <a:ea typeface="+mn-ea"/>
              </a:defRPr>
            </a:lvl4pPr>
            <a:lvl5pPr marL="1543050" indent="-171450" algn="l" rtl="0" eaLnBrk="0" fontAlgn="base" latinLnBrk="1" hangingPunct="0">
              <a:lnSpc>
                <a:spcPct val="110000"/>
              </a:lnSpc>
              <a:spcBef>
                <a:spcPct val="20000"/>
              </a:spcBef>
              <a:spcAft>
                <a:spcPct val="0"/>
              </a:spcAft>
              <a:buClr>
                <a:srgbClr val="6600FF"/>
              </a:buClr>
              <a:buChar char="•"/>
              <a:defRPr kumimoji="1" sz="1250" b="1">
                <a:solidFill>
                  <a:schemeClr val="tx1"/>
                </a:solidFill>
                <a:latin typeface="Arial" charset="0"/>
                <a:ea typeface="+mn-ea"/>
              </a:defRPr>
            </a:lvl5pPr>
            <a:lvl6pPr marL="1885950" indent="-171450" algn="l" rtl="0" fontAlgn="base" latinLnBrk="1">
              <a:lnSpc>
                <a:spcPct val="110000"/>
              </a:lnSpc>
              <a:spcBef>
                <a:spcPct val="20000"/>
              </a:spcBef>
              <a:spcAft>
                <a:spcPct val="0"/>
              </a:spcAft>
              <a:buClr>
                <a:srgbClr val="6600FF"/>
              </a:buClr>
              <a:buChar char="•"/>
              <a:defRPr kumimoji="1" sz="1125" b="1">
                <a:solidFill>
                  <a:schemeClr val="tx1"/>
                </a:solidFill>
                <a:latin typeface="+mn-lt"/>
                <a:ea typeface="+mn-ea"/>
              </a:defRPr>
            </a:lvl6pPr>
            <a:lvl7pPr marL="2228850" indent="-171450" algn="l" rtl="0" fontAlgn="base" latinLnBrk="1">
              <a:lnSpc>
                <a:spcPct val="110000"/>
              </a:lnSpc>
              <a:spcBef>
                <a:spcPct val="20000"/>
              </a:spcBef>
              <a:spcAft>
                <a:spcPct val="0"/>
              </a:spcAft>
              <a:buClr>
                <a:srgbClr val="6600FF"/>
              </a:buClr>
              <a:buChar char="•"/>
              <a:defRPr kumimoji="1" sz="1125" b="1">
                <a:solidFill>
                  <a:schemeClr val="tx1"/>
                </a:solidFill>
                <a:latin typeface="+mn-lt"/>
                <a:ea typeface="+mn-ea"/>
              </a:defRPr>
            </a:lvl7pPr>
            <a:lvl8pPr marL="2571750" indent="-171450" algn="l" rtl="0" fontAlgn="base" latinLnBrk="1">
              <a:lnSpc>
                <a:spcPct val="110000"/>
              </a:lnSpc>
              <a:spcBef>
                <a:spcPct val="20000"/>
              </a:spcBef>
              <a:spcAft>
                <a:spcPct val="0"/>
              </a:spcAft>
              <a:buClr>
                <a:srgbClr val="6600FF"/>
              </a:buClr>
              <a:buChar char="•"/>
              <a:defRPr kumimoji="1" sz="1125" b="1">
                <a:solidFill>
                  <a:schemeClr val="tx1"/>
                </a:solidFill>
                <a:latin typeface="+mn-lt"/>
                <a:ea typeface="+mn-ea"/>
              </a:defRPr>
            </a:lvl8pPr>
            <a:lvl9pPr marL="2914650" indent="-171450" algn="l" rtl="0" fontAlgn="base" latinLnBrk="1">
              <a:lnSpc>
                <a:spcPct val="110000"/>
              </a:lnSpc>
              <a:spcBef>
                <a:spcPct val="20000"/>
              </a:spcBef>
              <a:spcAft>
                <a:spcPct val="0"/>
              </a:spcAft>
              <a:buClr>
                <a:srgbClr val="6600FF"/>
              </a:buClr>
              <a:buChar char="•"/>
              <a:defRPr kumimoji="1" sz="1125" b="1">
                <a:solidFill>
                  <a:schemeClr val="tx1"/>
                </a:solidFill>
                <a:latin typeface="+mn-lt"/>
                <a:ea typeface="+mn-ea"/>
              </a:defRPr>
            </a:lvl9pPr>
          </a:lstStyle>
          <a:p>
            <a:pPr marL="0" indent="0">
              <a:buNone/>
            </a:pPr>
            <a:r>
              <a:rPr lang="ko-KR" altLang="en-US" sz="2000" kern="0" dirty="0">
                <a:solidFill>
                  <a:srgbClr val="FF0000"/>
                </a:solidFill>
              </a:rPr>
              <a:t>뇌로부터</a:t>
            </a:r>
            <a:r>
              <a:rPr lang="en-US" altLang="ko-KR" sz="2000" kern="0" dirty="0">
                <a:solidFill>
                  <a:srgbClr val="FF0000"/>
                </a:solidFill>
              </a:rPr>
              <a:t>, </a:t>
            </a:r>
            <a:r>
              <a:rPr lang="ko-KR" altLang="en-US" sz="2000" kern="0" dirty="0">
                <a:solidFill>
                  <a:srgbClr val="FF0000"/>
                </a:solidFill>
              </a:rPr>
              <a:t>뇌 혼자로부터</a:t>
            </a:r>
            <a:r>
              <a:rPr lang="en-US" altLang="ko-KR" sz="2000" kern="0" dirty="0">
                <a:solidFill>
                  <a:srgbClr val="FF0000"/>
                </a:solidFill>
              </a:rPr>
              <a:t>, </a:t>
            </a:r>
            <a:r>
              <a:rPr lang="ko-KR" altLang="en-US" sz="2000" kern="0" dirty="0">
                <a:solidFill>
                  <a:srgbClr val="FF0000"/>
                </a:solidFill>
              </a:rPr>
              <a:t>우리의 기쁨</a:t>
            </a:r>
            <a:r>
              <a:rPr lang="en-US" altLang="ko-KR" sz="2000" kern="0" dirty="0">
                <a:solidFill>
                  <a:srgbClr val="FF0000"/>
                </a:solidFill>
              </a:rPr>
              <a:t>, </a:t>
            </a:r>
            <a:r>
              <a:rPr lang="ko-KR" altLang="en-US" sz="2000" kern="0" dirty="0">
                <a:solidFill>
                  <a:srgbClr val="FF0000"/>
                </a:solidFill>
              </a:rPr>
              <a:t>즐거움</a:t>
            </a:r>
            <a:r>
              <a:rPr lang="en-US" altLang="ko-KR" sz="2000" kern="0" dirty="0">
                <a:solidFill>
                  <a:srgbClr val="FF0000"/>
                </a:solidFill>
              </a:rPr>
              <a:t>, </a:t>
            </a:r>
            <a:r>
              <a:rPr lang="ko-KR" altLang="en-US" sz="2000" kern="0" dirty="0">
                <a:solidFill>
                  <a:srgbClr val="FF0000"/>
                </a:solidFill>
              </a:rPr>
              <a:t>웃음</a:t>
            </a:r>
            <a:r>
              <a:rPr lang="en-US" altLang="ko-KR" sz="2000" kern="0" dirty="0">
                <a:solidFill>
                  <a:srgbClr val="FF0000"/>
                </a:solidFill>
              </a:rPr>
              <a:t>, </a:t>
            </a:r>
            <a:r>
              <a:rPr lang="ko-KR" altLang="en-US" sz="2000" kern="0" dirty="0">
                <a:solidFill>
                  <a:srgbClr val="FF0000"/>
                </a:solidFill>
              </a:rPr>
              <a:t>농담과 슬픔</a:t>
            </a:r>
            <a:r>
              <a:rPr lang="en-US" altLang="ko-KR" sz="2000" kern="0" dirty="0">
                <a:solidFill>
                  <a:srgbClr val="FF0000"/>
                </a:solidFill>
              </a:rPr>
              <a:t>, </a:t>
            </a:r>
            <a:r>
              <a:rPr lang="ko-KR" altLang="en-US" sz="2000" kern="0" dirty="0">
                <a:solidFill>
                  <a:srgbClr val="FF0000"/>
                </a:solidFill>
              </a:rPr>
              <a:t>고통</a:t>
            </a:r>
            <a:r>
              <a:rPr lang="en-US" altLang="ko-KR" sz="2000" kern="0" dirty="0">
                <a:solidFill>
                  <a:srgbClr val="FF0000"/>
                </a:solidFill>
              </a:rPr>
              <a:t>, </a:t>
            </a:r>
            <a:r>
              <a:rPr lang="ko-KR" altLang="en-US" sz="2000" kern="0" dirty="0">
                <a:solidFill>
                  <a:srgbClr val="FF0000"/>
                </a:solidFill>
              </a:rPr>
              <a:t>탄식</a:t>
            </a:r>
            <a:r>
              <a:rPr lang="en-US" altLang="ko-KR" sz="2000" kern="0" dirty="0">
                <a:solidFill>
                  <a:srgbClr val="FF0000"/>
                </a:solidFill>
              </a:rPr>
              <a:t>, </a:t>
            </a:r>
            <a:r>
              <a:rPr lang="ko-KR" altLang="en-US" sz="2000" kern="0" dirty="0">
                <a:solidFill>
                  <a:srgbClr val="FF0000"/>
                </a:solidFill>
              </a:rPr>
              <a:t>눈물이 나타난다</a:t>
            </a:r>
            <a:r>
              <a:rPr lang="en-US" altLang="ko-KR" sz="2000" kern="0" dirty="0">
                <a:solidFill>
                  <a:srgbClr val="FF0000"/>
                </a:solidFill>
              </a:rPr>
              <a:t>. </a:t>
            </a:r>
            <a:r>
              <a:rPr lang="ko-KR" altLang="en-US" sz="2000" kern="0" dirty="0">
                <a:solidFill>
                  <a:srgbClr val="FF0000"/>
                </a:solidFill>
              </a:rPr>
              <a:t>특히</a:t>
            </a:r>
            <a:r>
              <a:rPr lang="en-US" altLang="ko-KR" sz="2000" kern="0" dirty="0">
                <a:solidFill>
                  <a:srgbClr val="FF0000"/>
                </a:solidFill>
              </a:rPr>
              <a:t>, </a:t>
            </a:r>
            <a:r>
              <a:rPr lang="ko-KR" altLang="en-US" sz="2000" kern="0" dirty="0">
                <a:solidFill>
                  <a:srgbClr val="FF0000"/>
                </a:solidFill>
              </a:rPr>
              <a:t>뇌를 통해 우리는 생각하고</a:t>
            </a:r>
            <a:r>
              <a:rPr lang="en-US" altLang="ko-KR" sz="2000" kern="0" dirty="0">
                <a:solidFill>
                  <a:srgbClr val="FF0000"/>
                </a:solidFill>
              </a:rPr>
              <a:t>, </a:t>
            </a:r>
            <a:r>
              <a:rPr lang="ko-KR" altLang="en-US" sz="2000" kern="0" dirty="0">
                <a:solidFill>
                  <a:srgbClr val="FF0000"/>
                </a:solidFill>
              </a:rPr>
              <a:t>보고</a:t>
            </a:r>
            <a:r>
              <a:rPr lang="en-US" altLang="ko-KR" sz="2000" kern="0" dirty="0">
                <a:solidFill>
                  <a:srgbClr val="FF0000"/>
                </a:solidFill>
              </a:rPr>
              <a:t>, </a:t>
            </a:r>
            <a:r>
              <a:rPr lang="ko-KR" altLang="en-US" sz="2000" kern="0" dirty="0">
                <a:solidFill>
                  <a:srgbClr val="FF0000"/>
                </a:solidFill>
              </a:rPr>
              <a:t>듣고</a:t>
            </a:r>
            <a:r>
              <a:rPr lang="en-US" altLang="ko-KR" sz="2000" kern="0" dirty="0">
                <a:solidFill>
                  <a:srgbClr val="FF0000"/>
                </a:solidFill>
              </a:rPr>
              <a:t>, </a:t>
            </a:r>
            <a:r>
              <a:rPr lang="ko-KR" altLang="en-US" sz="2000" kern="0" dirty="0">
                <a:solidFill>
                  <a:srgbClr val="FF0000"/>
                </a:solidFill>
              </a:rPr>
              <a:t>추한 것과 아름다운 것을 구별하고</a:t>
            </a:r>
            <a:r>
              <a:rPr lang="en-US" altLang="ko-KR" sz="2000" kern="0" dirty="0">
                <a:solidFill>
                  <a:srgbClr val="FF0000"/>
                </a:solidFill>
              </a:rPr>
              <a:t>,  </a:t>
            </a:r>
            <a:r>
              <a:rPr lang="ko-KR" altLang="en-US" sz="2000" kern="0" dirty="0">
                <a:solidFill>
                  <a:srgbClr val="FF0000"/>
                </a:solidFill>
              </a:rPr>
              <a:t>나쁜 것과 좋은 것을 가리고 유쾌한 것과 불쾌한 것을 구별한다</a:t>
            </a:r>
            <a:r>
              <a:rPr lang="en-US" altLang="ko-KR" sz="2000" kern="0" dirty="0">
                <a:solidFill>
                  <a:srgbClr val="FF0000"/>
                </a:solidFill>
              </a:rPr>
              <a:t>. .. </a:t>
            </a:r>
            <a:r>
              <a:rPr lang="ko-KR" altLang="en-US" sz="2000" kern="0" dirty="0">
                <a:solidFill>
                  <a:srgbClr val="FF0000"/>
                </a:solidFill>
              </a:rPr>
              <a:t>뇌가 조용할 때</a:t>
            </a:r>
            <a:r>
              <a:rPr lang="en-US" altLang="ko-KR" sz="2000" kern="0" dirty="0">
                <a:solidFill>
                  <a:srgbClr val="FF0000"/>
                </a:solidFill>
              </a:rPr>
              <a:t>, </a:t>
            </a:r>
            <a:r>
              <a:rPr lang="ko-KR" altLang="en-US" sz="2000" kern="0" dirty="0">
                <a:solidFill>
                  <a:srgbClr val="FF0000"/>
                </a:solidFill>
              </a:rPr>
              <a:t>인간은 온전하게 생각할 수 있다</a:t>
            </a:r>
            <a:r>
              <a:rPr lang="en-US" altLang="ko-KR" sz="2000" kern="0" dirty="0">
                <a:solidFill>
                  <a:srgbClr val="FF0000"/>
                </a:solidFill>
              </a:rPr>
              <a:t>. </a:t>
            </a:r>
          </a:p>
        </p:txBody>
      </p:sp>
    </p:spTree>
    <p:extLst>
      <p:ext uri="{BB962C8B-B14F-4D97-AF65-F5344CB8AC3E}">
        <p14:creationId xmlns:p14="http://schemas.microsoft.com/office/powerpoint/2010/main" val="3243273505"/>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37AAF408-C661-4AA9-A7A7-DBAF8918ABA6}"/>
              </a:ext>
            </a:extLst>
          </p:cNvPr>
          <p:cNvSpPr>
            <a:spLocks noGrp="1"/>
          </p:cNvSpPr>
          <p:nvPr>
            <p:ph idx="1"/>
          </p:nvPr>
        </p:nvSpPr>
        <p:spPr>
          <a:xfrm>
            <a:off x="251520" y="836712"/>
            <a:ext cx="7964487" cy="4724400"/>
          </a:xfrm>
        </p:spPr>
        <p:txBody>
          <a:bodyPr/>
          <a:lstStyle/>
          <a:p>
            <a:r>
              <a:rPr lang="en-US" altLang="ko-KR" sz="2000" dirty="0"/>
              <a:t>1590</a:t>
            </a:r>
            <a:r>
              <a:rPr lang="ko-KR" altLang="en-US" sz="2000" dirty="0"/>
              <a:t>년대 독일 안경제조자 </a:t>
            </a:r>
            <a:r>
              <a:rPr lang="en-US" altLang="ko-KR" sz="2000" dirty="0"/>
              <a:t>Hans Jansen</a:t>
            </a:r>
            <a:r>
              <a:rPr lang="ko-KR" altLang="en-US" sz="2000" dirty="0"/>
              <a:t>과 그의 아들 </a:t>
            </a:r>
            <a:r>
              <a:rPr lang="en-US" altLang="ko-KR" sz="2000" dirty="0"/>
              <a:t>Zacharias Jansen</a:t>
            </a:r>
            <a:r>
              <a:rPr lang="ko-KR" altLang="en-US" sz="2000" dirty="0"/>
              <a:t>가 최초의 현미경을 만들었다고 알려져 있다</a:t>
            </a:r>
            <a:r>
              <a:rPr lang="en-US" altLang="ko-KR" sz="2000" dirty="0"/>
              <a:t>. </a:t>
            </a:r>
            <a:endParaRPr lang="ko-KR" altLang="en-US" sz="2000" dirty="0"/>
          </a:p>
          <a:p>
            <a:r>
              <a:rPr lang="en-US" altLang="ko-KR" sz="2000" dirty="0">
                <a:solidFill>
                  <a:srgbClr val="0000FF"/>
                </a:solidFill>
              </a:rPr>
              <a:t>1610</a:t>
            </a:r>
            <a:r>
              <a:rPr lang="ko-KR" altLang="en-US" sz="2000" dirty="0"/>
              <a:t>년 </a:t>
            </a:r>
            <a:r>
              <a:rPr lang="ko-KR" altLang="en-US" sz="2000" dirty="0">
                <a:solidFill>
                  <a:srgbClr val="0000FF"/>
                </a:solidFill>
              </a:rPr>
              <a:t>갈릴레오 </a:t>
            </a:r>
            <a:r>
              <a:rPr lang="ko-KR" altLang="en-US" sz="2000" dirty="0" err="1">
                <a:solidFill>
                  <a:srgbClr val="0000FF"/>
                </a:solidFill>
              </a:rPr>
              <a:t>갈릴레이</a:t>
            </a:r>
            <a:r>
              <a:rPr lang="en-US" altLang="ko-KR" sz="2000" dirty="0">
                <a:solidFill>
                  <a:srgbClr val="0000FF"/>
                </a:solidFill>
              </a:rPr>
              <a:t>Galileo Galilei (1564-1642)</a:t>
            </a:r>
            <a:r>
              <a:rPr lang="ko-KR" altLang="en-US" sz="2000" dirty="0"/>
              <a:t>가 볼록렌즈와 오목렌즈를 가진 복합 현미경을 발명했다</a:t>
            </a:r>
            <a:r>
              <a:rPr lang="en-US" altLang="ko-KR" sz="2000" dirty="0"/>
              <a:t>. (1609</a:t>
            </a:r>
            <a:r>
              <a:rPr lang="ko-KR" altLang="en-US" sz="2000" dirty="0"/>
              <a:t>년</a:t>
            </a:r>
            <a:r>
              <a:rPr lang="en-US" altLang="ko-KR" sz="2000" dirty="0"/>
              <a:t>, Galilei</a:t>
            </a:r>
            <a:r>
              <a:rPr lang="ko-KR" altLang="en-US" sz="2000" dirty="0"/>
              <a:t>가 망원경</a:t>
            </a:r>
            <a:r>
              <a:rPr lang="en-US" altLang="ko-KR" sz="2000" dirty="0"/>
              <a:t>telescope</a:t>
            </a:r>
            <a:r>
              <a:rPr lang="ko-KR" altLang="en-US" sz="2000" dirty="0"/>
              <a:t>으로 천문관측</a:t>
            </a:r>
            <a:r>
              <a:rPr lang="en-US" altLang="ko-KR" sz="2000" dirty="0"/>
              <a:t>. </a:t>
            </a:r>
            <a:r>
              <a:rPr lang="ko-KR" altLang="en-US" sz="2000" dirty="0">
                <a:solidFill>
                  <a:srgbClr val="FF0000"/>
                </a:solidFill>
              </a:rPr>
              <a:t>그래도 지구는 돈다</a:t>
            </a:r>
            <a:r>
              <a:rPr lang="en-US" altLang="ko-KR" sz="2000" dirty="0"/>
              <a:t>). </a:t>
            </a:r>
          </a:p>
          <a:p>
            <a:r>
              <a:rPr lang="en-US" altLang="ko-KR" sz="2000" dirty="0"/>
              <a:t>1625</a:t>
            </a:r>
            <a:r>
              <a:rPr lang="ko-KR" altLang="en-US" sz="2000" dirty="0"/>
              <a:t>년 </a:t>
            </a:r>
            <a:r>
              <a:rPr lang="en-US" altLang="ko-KR" sz="2000" dirty="0"/>
              <a:t>Giovanni </a:t>
            </a:r>
            <a:r>
              <a:rPr lang="en-US" altLang="ko-KR" sz="2000" dirty="0">
                <a:solidFill>
                  <a:srgbClr val="0000FF"/>
                </a:solidFill>
              </a:rPr>
              <a:t>Faber</a:t>
            </a:r>
            <a:r>
              <a:rPr lang="ko-KR" altLang="en-US" sz="2000" dirty="0"/>
              <a:t>가 </a:t>
            </a:r>
            <a:r>
              <a:rPr lang="ko-KR" altLang="en-US" sz="2000" dirty="0" err="1"/>
              <a:t>갈릴레이의</a:t>
            </a:r>
            <a:r>
              <a:rPr lang="ko-KR" altLang="en-US" sz="2000" dirty="0"/>
              <a:t> 복합 현미경에 </a:t>
            </a:r>
            <a:r>
              <a:rPr lang="ko-KR" altLang="en-US" sz="2000" dirty="0">
                <a:solidFill>
                  <a:srgbClr val="0000FF"/>
                </a:solidFill>
              </a:rPr>
              <a:t>현미경</a:t>
            </a:r>
            <a:r>
              <a:rPr lang="en-US" altLang="ko-KR" sz="2000" dirty="0">
                <a:solidFill>
                  <a:srgbClr val="0000FF"/>
                </a:solidFill>
              </a:rPr>
              <a:t>(microscope)</a:t>
            </a:r>
            <a:r>
              <a:rPr lang="ko-KR" altLang="en-US" sz="2000" dirty="0">
                <a:solidFill>
                  <a:srgbClr val="0000FF"/>
                </a:solidFill>
              </a:rPr>
              <a:t>이라고 이름 붙였다</a:t>
            </a:r>
            <a:r>
              <a:rPr lang="en-US" altLang="ko-KR" sz="2000" dirty="0"/>
              <a:t>.</a:t>
            </a:r>
          </a:p>
          <a:p>
            <a:r>
              <a:rPr lang="en-US" altLang="ko-KR" sz="2000" dirty="0"/>
              <a:t>1660</a:t>
            </a:r>
            <a:r>
              <a:rPr lang="ko-KR" altLang="en-US" sz="2000" dirty="0"/>
              <a:t>년경 네덜란드 </a:t>
            </a:r>
            <a:r>
              <a:rPr lang="ko-KR" altLang="en-US" sz="2000" dirty="0" err="1"/>
              <a:t>델프트에</a:t>
            </a:r>
            <a:r>
              <a:rPr lang="ko-KR" altLang="en-US" sz="2000" dirty="0"/>
              <a:t> 살았던 </a:t>
            </a:r>
            <a:r>
              <a:rPr lang="en-US" altLang="ko-KR" sz="2000" dirty="0"/>
              <a:t>Anton van </a:t>
            </a:r>
            <a:r>
              <a:rPr lang="en-US" altLang="ko-KR" sz="2000" dirty="0">
                <a:solidFill>
                  <a:srgbClr val="0000FF"/>
                </a:solidFill>
              </a:rPr>
              <a:t>Leeuwenhoek</a:t>
            </a:r>
            <a:r>
              <a:rPr lang="en-US" altLang="ko-KR" sz="2000" dirty="0"/>
              <a:t>(1632-1732)</a:t>
            </a:r>
            <a:r>
              <a:rPr lang="ko-KR" altLang="en-US" sz="2000" dirty="0"/>
              <a:t>가 최초로 대물렌즈와 오목렌즈를 이용한 현미경을 만들었고 배율은 </a:t>
            </a:r>
            <a:r>
              <a:rPr lang="en-US" altLang="ko-KR" sz="2000" dirty="0"/>
              <a:t>100-300</a:t>
            </a:r>
            <a:r>
              <a:rPr lang="ko-KR" altLang="en-US" sz="2000" dirty="0"/>
              <a:t>배 정도 되었다</a:t>
            </a:r>
            <a:r>
              <a:rPr lang="en-US" altLang="ko-KR" sz="2000" dirty="0"/>
              <a:t>. </a:t>
            </a:r>
          </a:p>
          <a:p>
            <a:pPr lvl="1"/>
            <a:r>
              <a:rPr lang="ko-KR" altLang="en-US" sz="1850" dirty="0" err="1"/>
              <a:t>레벤후크가</a:t>
            </a:r>
            <a:r>
              <a:rPr lang="ko-KR" altLang="en-US" sz="1850" dirty="0"/>
              <a:t> 최초의 미생물을 관찰자인 듯</a:t>
            </a:r>
            <a:r>
              <a:rPr lang="en-US" altLang="ko-KR" sz="1850" dirty="0"/>
              <a:t>.</a:t>
            </a:r>
            <a:endParaRPr lang="ko-KR" altLang="en-US" sz="1850" dirty="0"/>
          </a:p>
          <a:p>
            <a:r>
              <a:rPr lang="en-US" altLang="ko-KR" sz="2000" dirty="0">
                <a:solidFill>
                  <a:srgbClr val="FF0000"/>
                </a:solidFill>
              </a:rPr>
              <a:t>1665</a:t>
            </a:r>
            <a:r>
              <a:rPr lang="ko-KR" altLang="en-US" sz="2000" dirty="0"/>
              <a:t>년 </a:t>
            </a:r>
            <a:r>
              <a:rPr lang="en-US" altLang="ko-KR" sz="2000" dirty="0">
                <a:solidFill>
                  <a:srgbClr val="FF0000"/>
                </a:solidFill>
              </a:rPr>
              <a:t>Robert Hooke</a:t>
            </a:r>
            <a:r>
              <a:rPr lang="ko-KR" altLang="en-US" sz="2000" dirty="0"/>
              <a:t>가 </a:t>
            </a:r>
            <a:r>
              <a:rPr lang="en-US" altLang="ko-KR" sz="2000" dirty="0" err="1">
                <a:solidFill>
                  <a:srgbClr val="FF0000"/>
                </a:solidFill>
              </a:rPr>
              <a:t>Micrographia</a:t>
            </a:r>
            <a:r>
              <a:rPr lang="ko-KR" altLang="en-US" sz="2000" dirty="0"/>
              <a:t>를 출판하고</a:t>
            </a:r>
            <a:r>
              <a:rPr lang="en-US" altLang="ko-KR" sz="2000" dirty="0"/>
              <a:t>, </a:t>
            </a:r>
            <a:r>
              <a:rPr lang="ko-KR" altLang="en-US" sz="2000" dirty="0">
                <a:solidFill>
                  <a:srgbClr val="FF0000"/>
                </a:solidFill>
              </a:rPr>
              <a:t>코르크</a:t>
            </a:r>
            <a:r>
              <a:rPr lang="ko-KR" altLang="en-US" sz="2000" dirty="0"/>
              <a:t>        마개에서 그가 발견한 것에 </a:t>
            </a:r>
            <a:r>
              <a:rPr lang="ko-KR" altLang="en-US" sz="2000" dirty="0">
                <a:solidFill>
                  <a:srgbClr val="FF0000"/>
                </a:solidFill>
              </a:rPr>
              <a:t>세포</a:t>
            </a:r>
            <a:r>
              <a:rPr lang="en-US" altLang="ko-KR" sz="2000" dirty="0">
                <a:solidFill>
                  <a:srgbClr val="FF0000"/>
                </a:solidFill>
              </a:rPr>
              <a:t>(cell)</a:t>
            </a:r>
            <a:r>
              <a:rPr lang="ko-KR" altLang="en-US" sz="2000" dirty="0"/>
              <a:t>라는 이름을 붙였다</a:t>
            </a:r>
            <a:r>
              <a:rPr lang="en-US" altLang="ko-KR" sz="2000" dirty="0"/>
              <a:t>.</a:t>
            </a:r>
          </a:p>
        </p:txBody>
      </p:sp>
      <p:sp>
        <p:nvSpPr>
          <p:cNvPr id="3" name="제목 2">
            <a:extLst>
              <a:ext uri="{FF2B5EF4-FFF2-40B4-BE49-F238E27FC236}">
                <a16:creationId xmlns:a16="http://schemas.microsoft.com/office/drawing/2014/main" id="{7DDF18F7-59A0-4BA6-B0C9-BFAF581124B5}"/>
              </a:ext>
            </a:extLst>
          </p:cNvPr>
          <p:cNvSpPr>
            <a:spLocks noGrp="1"/>
          </p:cNvSpPr>
          <p:nvPr>
            <p:ph type="title"/>
          </p:nvPr>
        </p:nvSpPr>
        <p:spPr/>
        <p:txBody>
          <a:bodyPr/>
          <a:lstStyle/>
          <a:p>
            <a:r>
              <a:rPr lang="ko-KR" altLang="en-US" dirty="0"/>
              <a:t>현미경연대표</a:t>
            </a:r>
          </a:p>
        </p:txBody>
      </p:sp>
      <p:sp>
        <p:nvSpPr>
          <p:cNvPr id="4" name="슬라이드 번호 개체 틀 3">
            <a:extLst>
              <a:ext uri="{FF2B5EF4-FFF2-40B4-BE49-F238E27FC236}">
                <a16:creationId xmlns:a16="http://schemas.microsoft.com/office/drawing/2014/main" id="{873158C1-9160-456A-B7A7-6B4513021210}"/>
              </a:ext>
            </a:extLst>
          </p:cNvPr>
          <p:cNvSpPr>
            <a:spLocks noGrp="1"/>
          </p:cNvSpPr>
          <p:nvPr>
            <p:ph type="sldNum" sz="quarter" idx="4"/>
          </p:nvPr>
        </p:nvSpPr>
        <p:spPr/>
        <p: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fld id="{08D006B4-DD64-43B7-816D-351BE851D9DC}" type="slidenum">
              <a:rPr kumimoji="1" lang="en-US" altLang="ko-KR" sz="1200" b="0" i="0" u="none" strike="noStrike" kern="1200" cap="none" spc="0" normalizeH="0" baseline="0" noProof="0" smtClean="0">
                <a:ln>
                  <a:noFill/>
                </a:ln>
                <a:solidFill>
                  <a:srgbClr val="3366FF"/>
                </a:solidFill>
                <a:effectLst/>
                <a:uLnTx/>
                <a:uFillTx/>
                <a:latin typeface="HY헤드라인M" panose="02030600000101010101" pitchFamily="18" charset="-127"/>
                <a:ea typeface="HY헤드라인M" panose="02030600000101010101" pitchFamily="18" charset="-127"/>
                <a:cs typeface="+mn-cs"/>
              </a:rPr>
              <a:pPr marL="0" marR="0" lvl="0" indent="0" algn="ctr" defTabSz="914400" rtl="0" eaLnBrk="1" fontAlgn="auto" latinLnBrk="1" hangingPunct="1">
                <a:lnSpc>
                  <a:spcPct val="100000"/>
                </a:lnSpc>
                <a:spcBef>
                  <a:spcPts val="0"/>
                </a:spcBef>
                <a:spcAft>
                  <a:spcPts val="0"/>
                </a:spcAft>
                <a:buClrTx/>
                <a:buSzTx/>
                <a:buFontTx/>
                <a:buNone/>
                <a:tabLst/>
                <a:defRPr/>
              </a:pPr>
              <a:t>5</a:t>
            </a:fld>
            <a:endParaRPr kumimoji="1" lang="en-US" altLang="en-US" sz="1200" b="0" i="0" u="none" strike="noStrike" kern="1200" cap="none" spc="0" normalizeH="0" baseline="0" noProof="0" dirty="0">
              <a:ln>
                <a:noFill/>
              </a:ln>
              <a:solidFill>
                <a:srgbClr val="3366FF"/>
              </a:solidFill>
              <a:effectLst/>
              <a:uLnTx/>
              <a:uFillTx/>
              <a:latin typeface="HY헤드라인M" panose="02030600000101010101" pitchFamily="18" charset="-127"/>
              <a:ea typeface="HY헤드라인M" panose="02030600000101010101" pitchFamily="18" charset="-127"/>
              <a:cs typeface="+mn-cs"/>
            </a:endParaRPr>
          </a:p>
        </p:txBody>
      </p:sp>
      <p:pic>
        <p:nvPicPr>
          <p:cNvPr id="2050" name="Picture 2">
            <a:extLst>
              <a:ext uri="{FF2B5EF4-FFF2-40B4-BE49-F238E27FC236}">
                <a16:creationId xmlns:a16="http://schemas.microsoft.com/office/drawing/2014/main" id="{CA378AAE-7496-4529-9BF8-EFFF8386545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52320" y="4084616"/>
            <a:ext cx="1683703" cy="2800768"/>
          </a:xfrm>
          <a:prstGeom prst="rect">
            <a:avLst/>
          </a:prstGeom>
          <a:noFill/>
          <a:extLst>
            <a:ext uri="{909E8E84-426E-40DD-AFC4-6F175D3DCCD1}">
              <a14:hiddenFill xmlns:a14="http://schemas.microsoft.com/office/drawing/2010/main">
                <a:solidFill>
                  <a:srgbClr val="FFFFFF"/>
                </a:solidFill>
              </a14:hiddenFill>
            </a:ext>
          </a:extLst>
        </p:spPr>
      </p:pic>
      <p:sp>
        <p:nvSpPr>
          <p:cNvPr id="6" name="말풍선: 모서리가 둥근 사각형 5">
            <a:extLst>
              <a:ext uri="{FF2B5EF4-FFF2-40B4-BE49-F238E27FC236}">
                <a16:creationId xmlns:a16="http://schemas.microsoft.com/office/drawing/2014/main" id="{019AF107-A0B1-4235-B3ED-6879C6D6F44C}"/>
              </a:ext>
            </a:extLst>
          </p:cNvPr>
          <p:cNvSpPr/>
          <p:nvPr/>
        </p:nvSpPr>
        <p:spPr bwMode="auto">
          <a:xfrm>
            <a:off x="323528" y="6021288"/>
            <a:ext cx="6480720" cy="448571"/>
          </a:xfrm>
          <a:prstGeom prst="wedgeRoundRectCallout">
            <a:avLst>
              <a:gd name="adj1" fmla="val 60236"/>
              <a:gd name="adj2" fmla="val -30931"/>
              <a:gd name="adj3" fmla="val 16667"/>
            </a:avLst>
          </a:prstGeom>
          <a:noFill/>
          <a:ln w="28575" cap="flat" cmpd="sng" algn="ctr">
            <a:solidFill>
              <a:srgbClr val="FF0000"/>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lvl="0">
              <a:defRPr/>
            </a:pPr>
            <a:r>
              <a:rPr lang="en-US" altLang="ko-KR" sz="1600" b="1" u="sng" dirty="0">
                <a:solidFill>
                  <a:srgbClr val="0B0080"/>
                </a:solidFill>
                <a:latin typeface="Arial" panose="020B0604020202020204" pitchFamily="34" charset="0"/>
              </a:rPr>
              <a:t>Anton van Leeuwenhoek</a:t>
            </a:r>
            <a:r>
              <a:rPr lang="ko-KR" altLang="en-US" sz="1600" b="1" dirty="0">
                <a:solidFill>
                  <a:srgbClr val="202122"/>
                </a:solidFill>
                <a:latin typeface="Arial" panose="020B0604020202020204" pitchFamily="34" charset="0"/>
              </a:rPr>
              <a:t>이 </a:t>
            </a:r>
            <a:r>
              <a:rPr lang="en-US" altLang="ko-KR" sz="1600" b="1" dirty="0">
                <a:solidFill>
                  <a:srgbClr val="202122"/>
                </a:solidFill>
                <a:latin typeface="Arial" panose="020B0604020202020204" pitchFamily="34" charset="0"/>
              </a:rPr>
              <a:t>17</a:t>
            </a:r>
            <a:r>
              <a:rPr lang="ko-KR" altLang="en-US" sz="1600" b="1" dirty="0">
                <a:solidFill>
                  <a:srgbClr val="202122"/>
                </a:solidFill>
                <a:latin typeface="Arial" panose="020B0604020202020204" pitchFamily="34" charset="0"/>
              </a:rPr>
              <a:t>세기에 제작한 </a:t>
            </a:r>
            <a:r>
              <a:rPr lang="en-US" altLang="ko-KR" sz="1600" b="1" dirty="0">
                <a:solidFill>
                  <a:srgbClr val="202122"/>
                </a:solidFill>
                <a:latin typeface="Arial" panose="020B0604020202020204" pitchFamily="34" charset="0"/>
              </a:rPr>
              <a:t>270 </a:t>
            </a:r>
            <a:r>
              <a:rPr lang="ko-KR" altLang="en-US" sz="1600" b="1" dirty="0">
                <a:solidFill>
                  <a:srgbClr val="202122"/>
                </a:solidFill>
                <a:latin typeface="Arial" panose="020B0604020202020204" pitchFamily="34" charset="0"/>
              </a:rPr>
              <a:t>배율의 현미경</a:t>
            </a:r>
            <a:endParaRPr lang="ko-KR" altLang="en-US" sz="1600" b="1" dirty="0">
              <a:solidFill>
                <a:prstClr val="black"/>
              </a:solidFill>
            </a:endParaRPr>
          </a:p>
        </p:txBody>
      </p:sp>
    </p:spTree>
    <p:extLst>
      <p:ext uri="{BB962C8B-B14F-4D97-AF65-F5344CB8AC3E}">
        <p14:creationId xmlns:p14="http://schemas.microsoft.com/office/powerpoint/2010/main" val="334607751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6B1E9618-D719-426A-996F-AC47EA119F5D}"/>
              </a:ext>
            </a:extLst>
          </p:cNvPr>
          <p:cNvSpPr>
            <a:spLocks noGrp="1"/>
          </p:cNvSpPr>
          <p:nvPr>
            <p:ph idx="1"/>
          </p:nvPr>
        </p:nvSpPr>
        <p:spPr/>
        <p:txBody>
          <a:bodyPr/>
          <a:lstStyle/>
          <a:p>
            <a:r>
              <a:rPr lang="ko-KR" altLang="en-US" sz="2400" dirty="0"/>
              <a:t>전자 현미경은 헝가리의 물리학자인 </a:t>
            </a:r>
            <a:r>
              <a:rPr lang="ko-KR" altLang="en-US" sz="2400" dirty="0" err="1">
                <a:hlinkClick r:id="rId2" tooltip="실라르드 레오"/>
              </a:rPr>
              <a:t>실라르드</a:t>
            </a:r>
            <a:r>
              <a:rPr lang="ko-KR" altLang="en-US" sz="2400" dirty="0">
                <a:hlinkClick r:id="rId2" tooltip="실라르드 레오"/>
              </a:rPr>
              <a:t> </a:t>
            </a:r>
            <a:r>
              <a:rPr lang="ko-KR" altLang="en-US" sz="2400" dirty="0" err="1">
                <a:hlinkClick r:id="rId2" tooltip="실라르드 레오"/>
              </a:rPr>
              <a:t>레오</a:t>
            </a:r>
            <a:r>
              <a:rPr lang="ko-KR" altLang="en-US" sz="2400" dirty="0" err="1"/>
              <a:t>에</a:t>
            </a:r>
            <a:r>
              <a:rPr lang="ko-KR" altLang="en-US" sz="2400" dirty="0"/>
              <a:t> 의해 처음으로 창안되고 만들어졌다</a:t>
            </a:r>
            <a:r>
              <a:rPr lang="en-US" altLang="ko-KR" sz="2400" dirty="0"/>
              <a:t>.</a:t>
            </a:r>
          </a:p>
          <a:p>
            <a:r>
              <a:rPr lang="en-US" altLang="ko-KR" sz="2400" dirty="0"/>
              <a:t>1931: </a:t>
            </a:r>
            <a:r>
              <a:rPr lang="ko-KR" altLang="en-US" sz="2400" dirty="0">
                <a:hlinkClick r:id="rId3" tooltip="베를린 공과대학"/>
              </a:rPr>
              <a:t>베를린 공과대학</a:t>
            </a:r>
            <a:r>
              <a:rPr lang="ko-KR" altLang="en-US" sz="2400" dirty="0"/>
              <a:t>의 </a:t>
            </a:r>
            <a:r>
              <a:rPr lang="ko-KR" altLang="en-US" sz="2400" dirty="0" err="1"/>
              <a:t>루스카</a:t>
            </a:r>
            <a:r>
              <a:rPr lang="ko-KR" altLang="en-US" sz="2400" dirty="0"/>
              <a:t> 연구팀 </a:t>
            </a:r>
            <a:r>
              <a:rPr lang="en-US" altLang="ko-KR" sz="2400" dirty="0"/>
              <a:t>400</a:t>
            </a:r>
            <a:r>
              <a:rPr lang="ko-KR" altLang="en-US" sz="2400" dirty="0"/>
              <a:t>배의 배율을 가진 전자현미경의 프로토 타입 개발</a:t>
            </a:r>
            <a:r>
              <a:rPr lang="en-US" altLang="ko-KR" sz="2400" dirty="0"/>
              <a:t>. </a:t>
            </a:r>
          </a:p>
          <a:p>
            <a:r>
              <a:rPr lang="en-US" altLang="ko-KR" sz="2400" dirty="0"/>
              <a:t>1933: 1</a:t>
            </a:r>
            <a:r>
              <a:rPr lang="ko-KR" altLang="en-US" sz="2400" dirty="0"/>
              <a:t>만 배의 상</a:t>
            </a:r>
            <a:r>
              <a:rPr lang="en-US" altLang="ko-KR" sz="2400" dirty="0"/>
              <a:t>(</a:t>
            </a:r>
            <a:r>
              <a:rPr lang="ko-KR" altLang="en-US" sz="2400" dirty="0"/>
              <a:t>像</a:t>
            </a:r>
            <a:r>
              <a:rPr lang="en-US" altLang="ko-KR" sz="2400" dirty="0"/>
              <a:t>)</a:t>
            </a:r>
            <a:r>
              <a:rPr lang="ko-KR" altLang="en-US" sz="2400" dirty="0"/>
              <a:t>을 얻어 광학 현미경의 분해능보다 뛰어나다는 것을 실증했다</a:t>
            </a:r>
            <a:r>
              <a:rPr lang="en-US" altLang="ko-KR" sz="2400" dirty="0"/>
              <a:t>. </a:t>
            </a:r>
          </a:p>
          <a:p>
            <a:r>
              <a:rPr lang="en-US" altLang="ko-KR" sz="2400" dirty="0"/>
              <a:t>1939: </a:t>
            </a:r>
            <a:r>
              <a:rPr lang="ko-KR" altLang="en-US" sz="2400" dirty="0"/>
              <a:t>세계 최초로 전자 현미경 시판 </a:t>
            </a:r>
            <a:endParaRPr lang="en-US" altLang="ko-KR" sz="2400" dirty="0"/>
          </a:p>
          <a:p>
            <a:pPr lvl="1"/>
            <a:r>
              <a:rPr lang="ko-KR" altLang="en-US" sz="2250" dirty="0"/>
              <a:t>독일의 </a:t>
            </a:r>
            <a:r>
              <a:rPr lang="ko-KR" altLang="en-US" sz="2250" dirty="0">
                <a:hlinkClick r:id="rId4" tooltip="지멘스 AG"/>
              </a:rPr>
              <a:t>지멘스</a:t>
            </a:r>
            <a:endParaRPr lang="ko-KR" altLang="en-US" sz="2250" dirty="0"/>
          </a:p>
        </p:txBody>
      </p:sp>
      <p:sp>
        <p:nvSpPr>
          <p:cNvPr id="3" name="제목 2">
            <a:extLst>
              <a:ext uri="{FF2B5EF4-FFF2-40B4-BE49-F238E27FC236}">
                <a16:creationId xmlns:a16="http://schemas.microsoft.com/office/drawing/2014/main" id="{5B32CA2B-6CCB-4806-9BDD-9A83F92C8418}"/>
              </a:ext>
            </a:extLst>
          </p:cNvPr>
          <p:cNvSpPr>
            <a:spLocks noGrp="1"/>
          </p:cNvSpPr>
          <p:nvPr>
            <p:ph type="title"/>
          </p:nvPr>
        </p:nvSpPr>
        <p:spPr/>
        <p:txBody>
          <a:bodyPr/>
          <a:lstStyle/>
          <a:p>
            <a:r>
              <a:rPr lang="ko-KR" altLang="en-US" dirty="0"/>
              <a:t>전자현미경</a:t>
            </a:r>
            <a:r>
              <a:rPr lang="en-US" altLang="ko-KR" dirty="0"/>
              <a:t>: 1930</a:t>
            </a:r>
            <a:r>
              <a:rPr lang="ko-KR" altLang="en-US" dirty="0"/>
              <a:t>년대</a:t>
            </a:r>
          </a:p>
        </p:txBody>
      </p:sp>
      <p:sp>
        <p:nvSpPr>
          <p:cNvPr id="4" name="슬라이드 번호 개체 틀 3">
            <a:extLst>
              <a:ext uri="{FF2B5EF4-FFF2-40B4-BE49-F238E27FC236}">
                <a16:creationId xmlns:a16="http://schemas.microsoft.com/office/drawing/2014/main" id="{C4B760AB-2E7B-4F0D-84E9-B805417FE9B0}"/>
              </a:ext>
            </a:extLst>
          </p:cNvPr>
          <p:cNvSpPr>
            <a:spLocks noGrp="1"/>
          </p:cNvSpPr>
          <p:nvPr>
            <p:ph type="sldNum" sz="quarter" idx="4"/>
          </p:nvPr>
        </p:nvSpPr>
        <p:spPr/>
        <p:txBody>
          <a:bodyPr/>
          <a:lstStyle/>
          <a:p>
            <a:fld id="{08D006B4-DD64-43B7-816D-351BE851D9DC}" type="slidenum">
              <a:rPr lang="en-US" altLang="ko-KR" smtClean="0"/>
              <a:pPr/>
              <a:t>6</a:t>
            </a:fld>
            <a:endParaRPr lang="en-US" dirty="0"/>
          </a:p>
        </p:txBody>
      </p:sp>
    </p:spTree>
    <p:extLst>
      <p:ext uri="{BB962C8B-B14F-4D97-AF65-F5344CB8AC3E}">
        <p14:creationId xmlns:p14="http://schemas.microsoft.com/office/powerpoint/2010/main" val="55927111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AFF6FC46-3ABD-487D-AA24-0DC8A8147C48}"/>
              </a:ext>
            </a:extLst>
          </p:cNvPr>
          <p:cNvSpPr>
            <a:spLocks noGrp="1"/>
          </p:cNvSpPr>
          <p:nvPr>
            <p:ph idx="1"/>
          </p:nvPr>
        </p:nvSpPr>
        <p:spPr>
          <a:xfrm>
            <a:off x="179512" y="836712"/>
            <a:ext cx="4392488" cy="5301208"/>
          </a:xfrm>
        </p:spPr>
        <p:txBody>
          <a:bodyPr/>
          <a:lstStyle/>
          <a:p>
            <a:r>
              <a:rPr lang="ko-KR" altLang="en-US" sz="1800" dirty="0"/>
              <a:t>세포는 </a:t>
            </a:r>
            <a:r>
              <a:rPr lang="en-US" altLang="ko-KR" sz="1800" dirty="0">
                <a:solidFill>
                  <a:srgbClr val="FF0000"/>
                </a:solidFill>
              </a:rPr>
              <a:t>1665</a:t>
            </a:r>
            <a:r>
              <a:rPr lang="ko-KR" altLang="en-US" sz="1800" dirty="0"/>
              <a:t>년 </a:t>
            </a:r>
            <a:r>
              <a:rPr lang="en-US" altLang="ko-KR" sz="1800" dirty="0"/>
              <a:t>Robert Hooke </a:t>
            </a:r>
            <a:r>
              <a:rPr lang="ko-KR" altLang="en-US" sz="1800" dirty="0"/>
              <a:t>이 처음으로 발견하여 </a:t>
            </a:r>
            <a:r>
              <a:rPr lang="en-US" altLang="ko-KR" sz="1800" dirty="0"/>
              <a:t>《</a:t>
            </a:r>
            <a:r>
              <a:rPr lang="en-US" altLang="ko-KR" sz="1800" dirty="0" err="1">
                <a:solidFill>
                  <a:srgbClr val="FF0000"/>
                </a:solidFill>
              </a:rPr>
              <a:t>Micrographia</a:t>
            </a:r>
            <a:r>
              <a:rPr lang="en-US" altLang="ko-KR" sz="1800" dirty="0"/>
              <a:t>》</a:t>
            </a:r>
            <a:r>
              <a:rPr lang="ko-KR" altLang="en-US" sz="1800" dirty="0"/>
              <a:t>에 수록하였다</a:t>
            </a:r>
            <a:r>
              <a:rPr lang="en-US" altLang="ko-KR" sz="1800" dirty="0"/>
              <a:t>. </a:t>
            </a:r>
          </a:p>
          <a:p>
            <a:r>
              <a:rPr lang="en-US" altLang="ko-KR" sz="1800" dirty="0"/>
              <a:t>Hooke</a:t>
            </a:r>
            <a:r>
              <a:rPr lang="ko-KR" altLang="en-US" sz="1800" dirty="0"/>
              <a:t>은 이 책에 그가 관찰한 </a:t>
            </a:r>
            <a:r>
              <a:rPr lang="en-US" altLang="ko-KR" sz="1800" dirty="0"/>
              <a:t>60 </a:t>
            </a:r>
            <a:r>
              <a:rPr lang="ko-KR" altLang="en-US" sz="1800" dirty="0"/>
              <a:t>건의 다양한 생물 그림을 실었다</a:t>
            </a:r>
            <a:r>
              <a:rPr lang="en-US" altLang="ko-KR" sz="1800" dirty="0"/>
              <a:t>.</a:t>
            </a:r>
          </a:p>
          <a:p>
            <a:r>
              <a:rPr lang="ko-KR" altLang="en-US" sz="1800" dirty="0"/>
              <a:t>그 중 하나는 코르크 병마개를 아주 얇게 저며 관찰한 것이는데</a:t>
            </a:r>
            <a:r>
              <a:rPr lang="en-US" altLang="ko-KR" sz="1800" dirty="0"/>
              <a:t>, </a:t>
            </a:r>
          </a:p>
          <a:p>
            <a:r>
              <a:rPr lang="ko-KR" altLang="en-US" sz="1800" dirty="0"/>
              <a:t>훅은 코르크 조직에서 보이는 격자를   </a:t>
            </a:r>
            <a:r>
              <a:rPr lang="ko-KR" altLang="en-US" sz="1800" dirty="0">
                <a:solidFill>
                  <a:srgbClr val="0000FF"/>
                </a:solidFill>
              </a:rPr>
              <a:t>“세포”</a:t>
            </a:r>
            <a:r>
              <a:rPr lang="en-US" altLang="ko-KR" sz="1800" dirty="0">
                <a:solidFill>
                  <a:srgbClr val="0000FF"/>
                </a:solidFill>
              </a:rPr>
              <a:t>(</a:t>
            </a:r>
            <a:r>
              <a:rPr lang="en-US" altLang="ko-KR" sz="1800" dirty="0">
                <a:solidFill>
                  <a:srgbClr val="FF0000"/>
                </a:solidFill>
              </a:rPr>
              <a:t>cell</a:t>
            </a:r>
            <a:r>
              <a:rPr lang="en-US" altLang="ko-KR" sz="1800" dirty="0">
                <a:solidFill>
                  <a:srgbClr val="0000FF"/>
                </a:solidFill>
              </a:rPr>
              <a:t>)</a:t>
            </a:r>
            <a:r>
              <a:rPr lang="ko-KR" altLang="en-US" sz="1800" dirty="0"/>
              <a:t>라고 불렀다</a:t>
            </a:r>
            <a:r>
              <a:rPr lang="en-US" altLang="ko-KR" sz="1800" dirty="0"/>
              <a:t>. </a:t>
            </a:r>
          </a:p>
          <a:p>
            <a:r>
              <a:rPr lang="en-US" altLang="ko-KR" sz="1800" dirty="0"/>
              <a:t>Cell</a:t>
            </a:r>
            <a:r>
              <a:rPr lang="ko-KR" altLang="en-US" sz="1800" dirty="0"/>
              <a:t>의 어원은 라틴어 </a:t>
            </a:r>
            <a:r>
              <a:rPr lang="en-US" altLang="ko-KR" sz="1800" dirty="0" err="1"/>
              <a:t>cella</a:t>
            </a:r>
            <a:r>
              <a:rPr lang="en-US" altLang="ko-KR" sz="1800" dirty="0"/>
              <a:t>:</a:t>
            </a:r>
            <a:r>
              <a:rPr lang="ko-KR" altLang="en-US" sz="1800" dirty="0"/>
              <a:t> </a:t>
            </a:r>
            <a:r>
              <a:rPr lang="en-US" altLang="ko-KR" sz="1800" dirty="0"/>
              <a:t>“</a:t>
            </a:r>
            <a:r>
              <a:rPr lang="ko-KR" altLang="en-US" sz="1800" dirty="0">
                <a:solidFill>
                  <a:srgbClr val="FF0000"/>
                </a:solidFill>
              </a:rPr>
              <a:t>작은 방</a:t>
            </a:r>
            <a:r>
              <a:rPr lang="en-US" altLang="ko-KR" sz="1800" dirty="0"/>
              <a:t>”</a:t>
            </a:r>
            <a:r>
              <a:rPr lang="ko-KR" altLang="en-US" sz="1800" dirty="0"/>
              <a:t>을 뜻함</a:t>
            </a:r>
            <a:r>
              <a:rPr lang="en-US" altLang="ko-KR" sz="1800" dirty="0"/>
              <a:t>. </a:t>
            </a:r>
          </a:p>
          <a:p>
            <a:r>
              <a:rPr lang="ko-KR" altLang="en-US" sz="1800" dirty="0"/>
              <a:t>훅의 시대에 </a:t>
            </a:r>
            <a:r>
              <a:rPr lang="en-US" altLang="ko-KR" sz="1800" dirty="0"/>
              <a:t>cell</a:t>
            </a:r>
            <a:r>
              <a:rPr lang="ko-KR" altLang="en-US" sz="1800" dirty="0"/>
              <a:t>은 </a:t>
            </a:r>
            <a:r>
              <a:rPr lang="ko-KR" altLang="en-US" sz="1800" dirty="0">
                <a:solidFill>
                  <a:srgbClr val="0000FF"/>
                </a:solidFill>
              </a:rPr>
              <a:t>벌집의 방과 같은 것을 가리키는 낱말</a:t>
            </a:r>
            <a:r>
              <a:rPr lang="ko-KR" altLang="en-US" sz="1800" dirty="0"/>
              <a:t>로 쓰이고 있었다</a:t>
            </a:r>
            <a:r>
              <a:rPr lang="en-US" altLang="ko-KR" sz="1800" dirty="0"/>
              <a:t>.</a:t>
            </a:r>
          </a:p>
          <a:p>
            <a:r>
              <a:rPr lang="ko-KR" altLang="en-US" sz="1800" dirty="0"/>
              <a:t>살아있는 조직은 모두 사라지고 </a:t>
            </a:r>
            <a:r>
              <a:rPr lang="ko-KR" altLang="en-US" sz="1800" dirty="0">
                <a:solidFill>
                  <a:srgbClr val="0000FF"/>
                </a:solidFill>
              </a:rPr>
              <a:t>세포벽만 남은 빈 공간</a:t>
            </a:r>
            <a:r>
              <a:rPr lang="ko-KR" altLang="en-US" sz="1800" dirty="0"/>
              <a:t>이었다</a:t>
            </a:r>
            <a:r>
              <a:rPr lang="en-US" altLang="ko-KR" sz="1800" dirty="0"/>
              <a:t>.</a:t>
            </a:r>
          </a:p>
          <a:p>
            <a:endParaRPr lang="en-US" altLang="ko-KR" sz="1800" dirty="0"/>
          </a:p>
          <a:p>
            <a:r>
              <a:rPr lang="en-US" altLang="ko-KR" sz="1800" i="1" dirty="0">
                <a:solidFill>
                  <a:srgbClr val="FF0000"/>
                </a:solidFill>
              </a:rPr>
              <a:t>Hooke’s Law</a:t>
            </a:r>
            <a:r>
              <a:rPr lang="en-US" altLang="ko-KR" sz="1800" i="1" dirty="0"/>
              <a:t>: 1660</a:t>
            </a:r>
            <a:r>
              <a:rPr lang="ko-KR" altLang="en-US" sz="1800" i="1" dirty="0"/>
              <a:t>년 인지한 법칙을 </a:t>
            </a:r>
            <a:r>
              <a:rPr lang="en-US" altLang="ko-KR" sz="1800" i="1" dirty="0"/>
              <a:t>1678</a:t>
            </a:r>
            <a:r>
              <a:rPr lang="ko-KR" altLang="en-US" sz="1800" i="1" dirty="0"/>
              <a:t>년 처음 언급</a:t>
            </a:r>
          </a:p>
        </p:txBody>
      </p:sp>
      <p:sp>
        <p:nvSpPr>
          <p:cNvPr id="3" name="제목 2">
            <a:extLst>
              <a:ext uri="{FF2B5EF4-FFF2-40B4-BE49-F238E27FC236}">
                <a16:creationId xmlns:a16="http://schemas.microsoft.com/office/drawing/2014/main" id="{9A3F6FF6-2C90-4287-8CC4-3145AA8A626D}"/>
              </a:ext>
            </a:extLst>
          </p:cNvPr>
          <p:cNvSpPr>
            <a:spLocks noGrp="1"/>
          </p:cNvSpPr>
          <p:nvPr>
            <p:ph type="title"/>
          </p:nvPr>
        </p:nvSpPr>
        <p:spPr>
          <a:xfrm>
            <a:off x="5" y="188640"/>
            <a:ext cx="9143996" cy="597886"/>
          </a:xfrm>
        </p:spPr>
        <p:txBody>
          <a:bodyPr/>
          <a:lstStyle/>
          <a:p>
            <a:r>
              <a:rPr lang="ko-KR" altLang="en-US" dirty="0"/>
              <a:t>로버트 훅이 수록한 </a:t>
            </a:r>
            <a:r>
              <a:rPr lang="ko-KR" altLang="en-US" dirty="0">
                <a:hlinkClick r:id="rId2" tooltip="코르크"/>
              </a:rPr>
              <a:t>코르크</a:t>
            </a:r>
            <a:r>
              <a:rPr lang="ko-KR" altLang="en-US" dirty="0"/>
              <a:t>의 조직 소묘</a:t>
            </a:r>
          </a:p>
        </p:txBody>
      </p:sp>
      <p:sp>
        <p:nvSpPr>
          <p:cNvPr id="4" name="슬라이드 번호 개체 틀 3">
            <a:extLst>
              <a:ext uri="{FF2B5EF4-FFF2-40B4-BE49-F238E27FC236}">
                <a16:creationId xmlns:a16="http://schemas.microsoft.com/office/drawing/2014/main" id="{E6E09BC2-1D47-4294-A1AC-437495EC61B5}"/>
              </a:ext>
            </a:extLst>
          </p:cNvPr>
          <p:cNvSpPr>
            <a:spLocks noGrp="1"/>
          </p:cNvSpPr>
          <p:nvPr>
            <p:ph type="sldNum" sz="quarter" idx="4"/>
          </p:nvPr>
        </p:nvSpPr>
        <p:spPr/>
        <p: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fld id="{08D006B4-DD64-43B7-816D-351BE851D9DC}" type="slidenum">
              <a:rPr kumimoji="1" lang="en-US" altLang="ko-KR" sz="1200" b="0" i="0" u="none" strike="noStrike" kern="1200" cap="none" spc="0" normalizeH="0" baseline="0" noProof="0" smtClean="0">
                <a:ln>
                  <a:noFill/>
                </a:ln>
                <a:solidFill>
                  <a:srgbClr val="3366FF"/>
                </a:solidFill>
                <a:effectLst/>
                <a:uLnTx/>
                <a:uFillTx/>
                <a:latin typeface="HY헤드라인M" panose="02030600000101010101" pitchFamily="18" charset="-127"/>
                <a:ea typeface="HY헤드라인M" panose="02030600000101010101" pitchFamily="18" charset="-127"/>
                <a:cs typeface="+mn-cs"/>
              </a:rPr>
              <a:pPr marL="0" marR="0" lvl="0" indent="0" algn="ctr" defTabSz="914400" rtl="0" eaLnBrk="1" fontAlgn="auto" latinLnBrk="1" hangingPunct="1">
                <a:lnSpc>
                  <a:spcPct val="100000"/>
                </a:lnSpc>
                <a:spcBef>
                  <a:spcPts val="0"/>
                </a:spcBef>
                <a:spcAft>
                  <a:spcPts val="0"/>
                </a:spcAft>
                <a:buClrTx/>
                <a:buSzTx/>
                <a:buFontTx/>
                <a:buNone/>
                <a:tabLst/>
                <a:defRPr/>
              </a:pPr>
              <a:t>7</a:t>
            </a:fld>
            <a:endParaRPr kumimoji="1" lang="en-US" altLang="en-US" sz="1200" b="0" i="0" u="none" strike="noStrike" kern="1200" cap="none" spc="0" normalizeH="0" baseline="0" noProof="0" dirty="0">
              <a:ln>
                <a:noFill/>
              </a:ln>
              <a:solidFill>
                <a:srgbClr val="3366FF"/>
              </a:solidFill>
              <a:effectLst/>
              <a:uLnTx/>
              <a:uFillTx/>
              <a:latin typeface="HY헤드라인M" panose="02030600000101010101" pitchFamily="18" charset="-127"/>
              <a:ea typeface="HY헤드라인M" panose="02030600000101010101" pitchFamily="18" charset="-127"/>
              <a:cs typeface="+mn-cs"/>
            </a:endParaRPr>
          </a:p>
        </p:txBody>
      </p:sp>
      <p:pic>
        <p:nvPicPr>
          <p:cNvPr id="3074" name="Picture 2">
            <a:extLst>
              <a:ext uri="{FF2B5EF4-FFF2-40B4-BE49-F238E27FC236}">
                <a16:creationId xmlns:a16="http://schemas.microsoft.com/office/drawing/2014/main" id="{ABE5839E-DB93-4287-AB34-A0D97455B4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016" y="942278"/>
            <a:ext cx="4097973" cy="59109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862015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CC48FA0D-F6C6-4699-8A8D-544BAF6C47BE}"/>
              </a:ext>
            </a:extLst>
          </p:cNvPr>
          <p:cNvSpPr>
            <a:spLocks noGrp="1"/>
          </p:cNvSpPr>
          <p:nvPr>
            <p:ph idx="1"/>
          </p:nvPr>
        </p:nvSpPr>
        <p:spPr>
          <a:xfrm>
            <a:off x="128432" y="803285"/>
            <a:ext cx="8620032" cy="6010091"/>
          </a:xfrm>
        </p:spPr>
        <p:txBody>
          <a:bodyPr/>
          <a:lstStyle/>
          <a:p>
            <a:r>
              <a:rPr lang="ko-KR" altLang="en-US" sz="2000" dirty="0"/>
              <a:t>뇌를 포함한 모든 신경계에 대해서 연구하는 학문</a:t>
            </a:r>
            <a:endParaRPr lang="en-US" altLang="ko-KR" sz="2000" dirty="0"/>
          </a:p>
          <a:p>
            <a:pPr lvl="1"/>
            <a:r>
              <a:rPr lang="en-US" altLang="ko-KR" sz="1800" dirty="0">
                <a:solidFill>
                  <a:srgbClr val="FF0000"/>
                </a:solidFill>
              </a:rPr>
              <a:t>Psychiatry</a:t>
            </a:r>
            <a:r>
              <a:rPr lang="en-US" altLang="ko-KR" sz="1800" dirty="0"/>
              <a:t> (</a:t>
            </a:r>
            <a:r>
              <a:rPr lang="ko-KR" altLang="en-US" sz="1800" dirty="0"/>
              <a:t>정신의학</a:t>
            </a:r>
            <a:r>
              <a:rPr lang="en-US" altLang="ko-KR" sz="1800" dirty="0"/>
              <a:t>, </a:t>
            </a:r>
            <a:r>
              <a:rPr lang="ko-KR" altLang="en-US" sz="1800" dirty="0"/>
              <a:t>신경정신과</a:t>
            </a:r>
            <a:r>
              <a:rPr lang="en-US" altLang="ko-KR" sz="1800" dirty="0"/>
              <a:t>, </a:t>
            </a:r>
            <a:r>
              <a:rPr lang="ko-KR" altLang="en-US" sz="1800" dirty="0"/>
              <a:t>정신과</a:t>
            </a:r>
            <a:r>
              <a:rPr lang="en-US" altLang="ko-KR" sz="1800" dirty="0"/>
              <a:t>)</a:t>
            </a:r>
            <a:r>
              <a:rPr lang="ko-KR" altLang="en-US" sz="1800" dirty="0"/>
              <a:t>는 정신질환을 연구하고 치료하는 의학의 한 분야</a:t>
            </a:r>
            <a:r>
              <a:rPr lang="en-US" altLang="ko-KR" sz="1800" dirty="0"/>
              <a:t>. (Neuroscience </a:t>
            </a:r>
            <a:r>
              <a:rPr lang="ko-KR" altLang="en-US" sz="1800" dirty="0"/>
              <a:t>와 유사성과 차이성이 있음</a:t>
            </a:r>
            <a:r>
              <a:rPr lang="en-US" altLang="ko-KR" sz="1800" dirty="0"/>
              <a:t>). </a:t>
            </a:r>
          </a:p>
          <a:p>
            <a:endParaRPr lang="en-US" altLang="ko-KR" sz="2000" dirty="0"/>
          </a:p>
          <a:p>
            <a:r>
              <a:rPr lang="ko-KR" altLang="en-US" sz="2000" dirty="0"/>
              <a:t>유전학</a:t>
            </a:r>
            <a:r>
              <a:rPr lang="en-US" altLang="ko-KR" sz="2000" dirty="0"/>
              <a:t>, </a:t>
            </a:r>
            <a:r>
              <a:rPr lang="ko-KR" altLang="en-US" sz="2000" dirty="0"/>
              <a:t>생화학</a:t>
            </a:r>
            <a:r>
              <a:rPr lang="en-US" altLang="ko-KR" sz="2000" dirty="0"/>
              <a:t>, </a:t>
            </a:r>
            <a:r>
              <a:rPr lang="ko-KR" altLang="en-US" sz="2000" dirty="0"/>
              <a:t>생리학</a:t>
            </a:r>
            <a:r>
              <a:rPr lang="en-US" altLang="ko-KR" sz="2000" dirty="0"/>
              <a:t>, </a:t>
            </a:r>
            <a:r>
              <a:rPr lang="ko-KR" altLang="en-US" sz="2000" dirty="0"/>
              <a:t>약리학</a:t>
            </a:r>
            <a:r>
              <a:rPr lang="en-US" altLang="ko-KR" sz="2000" dirty="0"/>
              <a:t>, </a:t>
            </a:r>
            <a:r>
              <a:rPr lang="ko-KR" altLang="en-US" sz="2000" dirty="0"/>
              <a:t>병리학</a:t>
            </a:r>
            <a:r>
              <a:rPr lang="en-US" altLang="ko-KR" sz="2000" dirty="0"/>
              <a:t>, </a:t>
            </a:r>
            <a:r>
              <a:rPr lang="ko-KR" altLang="en-US" sz="2000" dirty="0"/>
              <a:t>진화 생물학 등의 학문과 밀접한 연관을 맺고 있으며 생물학의 한 분야</a:t>
            </a:r>
            <a:r>
              <a:rPr lang="en-US" altLang="ko-KR" sz="2000" dirty="0"/>
              <a:t> </a:t>
            </a:r>
          </a:p>
          <a:p>
            <a:endParaRPr lang="en-US" altLang="ko-KR" sz="2000" dirty="0"/>
          </a:p>
          <a:p>
            <a:r>
              <a:rPr lang="ko-KR" altLang="en-US" sz="2000" dirty="0"/>
              <a:t>심리학</a:t>
            </a:r>
            <a:r>
              <a:rPr lang="en-US" altLang="ko-KR" sz="2000" dirty="0"/>
              <a:t>, </a:t>
            </a:r>
            <a:r>
              <a:rPr lang="ko-KR" altLang="en-US" sz="2000" dirty="0"/>
              <a:t>컴퓨터공학</a:t>
            </a:r>
            <a:r>
              <a:rPr lang="en-US" altLang="ko-KR" sz="2000" dirty="0"/>
              <a:t>, </a:t>
            </a:r>
            <a:r>
              <a:rPr lang="ko-KR" altLang="en-US" sz="2000" dirty="0"/>
              <a:t>통계학</a:t>
            </a:r>
            <a:r>
              <a:rPr lang="en-US" altLang="ko-KR" sz="2000" dirty="0"/>
              <a:t>, </a:t>
            </a:r>
            <a:r>
              <a:rPr lang="ko-KR" altLang="en-US" sz="2000" dirty="0"/>
              <a:t>물리학</a:t>
            </a:r>
            <a:r>
              <a:rPr lang="en-US" altLang="ko-KR" sz="2000" dirty="0"/>
              <a:t>, </a:t>
            </a:r>
            <a:r>
              <a:rPr lang="ko-KR" altLang="en-US" sz="2000" dirty="0"/>
              <a:t>의학</a:t>
            </a:r>
            <a:r>
              <a:rPr lang="en-US" altLang="ko-KR" sz="2000" dirty="0"/>
              <a:t>, </a:t>
            </a:r>
            <a:r>
              <a:rPr lang="ko-KR" altLang="en-US" sz="2000" dirty="0"/>
              <a:t>언어학</a:t>
            </a:r>
            <a:r>
              <a:rPr lang="en-US" altLang="ko-KR" sz="2000" dirty="0"/>
              <a:t>, </a:t>
            </a:r>
            <a:r>
              <a:rPr lang="ko-KR" altLang="en-US" sz="2000" dirty="0"/>
              <a:t>철학</a:t>
            </a:r>
            <a:r>
              <a:rPr lang="en-US" altLang="ko-KR" sz="2000" dirty="0"/>
              <a:t>, </a:t>
            </a:r>
            <a:r>
              <a:rPr lang="ko-KR" altLang="en-US" sz="2000" dirty="0"/>
              <a:t>수학 등의 다른  분야와의 학제간 학문</a:t>
            </a:r>
            <a:endParaRPr lang="en-US" altLang="ko-KR" sz="2000" dirty="0"/>
          </a:p>
          <a:p>
            <a:endParaRPr lang="en-US" altLang="ko-KR" sz="2000" dirty="0"/>
          </a:p>
          <a:p>
            <a:r>
              <a:rPr lang="ko-KR" altLang="en-US" sz="2000" dirty="0">
                <a:solidFill>
                  <a:srgbClr val="0000FF"/>
                </a:solidFill>
              </a:rPr>
              <a:t>신경계 연구의 역사는 고대 이집트까지 거슬러 올라간다</a:t>
            </a:r>
            <a:r>
              <a:rPr lang="en-US" altLang="ko-KR" sz="2000" dirty="0"/>
              <a:t>. </a:t>
            </a:r>
          </a:p>
          <a:p>
            <a:pPr lvl="1"/>
            <a:r>
              <a:rPr lang="ko-KR" altLang="en-US" sz="1800" dirty="0"/>
              <a:t>두통을 완화하거나 정신 질환을 치료하려는 목적 혹은 두개골 내압을 낮추기 위하여 두부 절개술</a:t>
            </a:r>
            <a:r>
              <a:rPr lang="en-US" altLang="ko-KR" sz="1800" dirty="0"/>
              <a:t>(</a:t>
            </a:r>
            <a:r>
              <a:rPr lang="ko-KR" altLang="en-US" sz="1800" dirty="0"/>
              <a:t>두개골에 구멍을 내는 </a:t>
            </a:r>
            <a:r>
              <a:rPr lang="ko-KR" altLang="en-US" sz="1800" dirty="0" err="1"/>
              <a:t>외과술</a:t>
            </a:r>
            <a:r>
              <a:rPr lang="en-US" altLang="ko-KR" sz="1800" dirty="0"/>
              <a:t>)</a:t>
            </a:r>
            <a:r>
              <a:rPr lang="ko-KR" altLang="en-US" sz="1800" dirty="0"/>
              <a:t>이 시행되었다</a:t>
            </a:r>
            <a:r>
              <a:rPr lang="en-US" altLang="ko-KR" sz="1800" dirty="0"/>
              <a:t>. </a:t>
            </a:r>
          </a:p>
          <a:p>
            <a:pPr lvl="1"/>
            <a:r>
              <a:rPr lang="ko-KR" altLang="en-US" sz="1800" dirty="0"/>
              <a:t>이집트인이 뇌 손상에 대한 지식을 가지고 있었다 </a:t>
            </a:r>
            <a:r>
              <a:rPr lang="en-US" altLang="ko-KR" sz="1800" dirty="0"/>
              <a:t>(BC</a:t>
            </a:r>
            <a:r>
              <a:rPr lang="ko-KR" altLang="en-US" sz="1800" dirty="0"/>
              <a:t> </a:t>
            </a:r>
            <a:r>
              <a:rPr lang="en-US" altLang="ko-KR" sz="1800" dirty="0"/>
              <a:t>18</a:t>
            </a:r>
            <a:r>
              <a:rPr lang="ko-KR" altLang="en-US" sz="1800" dirty="0"/>
              <a:t>세기 필사본</a:t>
            </a:r>
            <a:r>
              <a:rPr lang="en-US" altLang="ko-KR" sz="1800" dirty="0"/>
              <a:t>).</a:t>
            </a:r>
          </a:p>
          <a:p>
            <a:pPr lvl="1"/>
            <a:r>
              <a:rPr lang="ko-KR" altLang="en-US" sz="1800" dirty="0"/>
              <a:t>두부 절개술이 행해졌다는 증거는 신석기 시대 지층에서도 발견 </a:t>
            </a:r>
            <a:r>
              <a:rPr lang="en-US" altLang="ko-KR" sz="1800" dirty="0"/>
              <a:t>(</a:t>
            </a:r>
            <a:r>
              <a:rPr lang="ko-KR" altLang="en-US" sz="1800" dirty="0"/>
              <a:t>전세계적</a:t>
            </a:r>
            <a:r>
              <a:rPr lang="en-US" altLang="ko-KR" sz="1800" dirty="0"/>
              <a:t>) </a:t>
            </a:r>
          </a:p>
        </p:txBody>
      </p:sp>
      <p:sp>
        <p:nvSpPr>
          <p:cNvPr id="3" name="제목 2">
            <a:extLst>
              <a:ext uri="{FF2B5EF4-FFF2-40B4-BE49-F238E27FC236}">
                <a16:creationId xmlns:a16="http://schemas.microsoft.com/office/drawing/2014/main" id="{B158E0EB-FCC0-46E9-A119-6D9B42A53345}"/>
              </a:ext>
            </a:extLst>
          </p:cNvPr>
          <p:cNvSpPr>
            <a:spLocks noGrp="1"/>
          </p:cNvSpPr>
          <p:nvPr>
            <p:ph type="title"/>
          </p:nvPr>
        </p:nvSpPr>
        <p:spPr/>
        <p:txBody>
          <a:bodyPr/>
          <a:lstStyle/>
          <a:p>
            <a:r>
              <a:rPr lang="en-US" altLang="ko-KR" dirty="0">
                <a:solidFill>
                  <a:srgbClr val="FF0000"/>
                </a:solidFill>
              </a:rPr>
              <a:t>Neuroscience</a:t>
            </a:r>
            <a:r>
              <a:rPr lang="en-US" altLang="ko-KR" dirty="0"/>
              <a:t>: </a:t>
            </a:r>
            <a:r>
              <a:rPr lang="ko-KR" altLang="en-US" dirty="0"/>
              <a:t>신경과학</a:t>
            </a:r>
            <a:r>
              <a:rPr lang="en-US" altLang="ko-KR" dirty="0"/>
              <a:t>(</a:t>
            </a:r>
            <a:r>
              <a:rPr lang="ko-KR" altLang="en-US" dirty="0"/>
              <a:t>神經科學</a:t>
            </a:r>
            <a:r>
              <a:rPr lang="en-US" altLang="ko-KR" dirty="0"/>
              <a:t>)</a:t>
            </a:r>
            <a:endParaRPr lang="ko-KR" altLang="en-US" dirty="0"/>
          </a:p>
        </p:txBody>
      </p:sp>
      <p:sp>
        <p:nvSpPr>
          <p:cNvPr id="4" name="슬라이드 번호 개체 틀 3">
            <a:extLst>
              <a:ext uri="{FF2B5EF4-FFF2-40B4-BE49-F238E27FC236}">
                <a16:creationId xmlns:a16="http://schemas.microsoft.com/office/drawing/2014/main" id="{1B1FBD69-A9A7-432C-A3F9-A65DF629F174}"/>
              </a:ext>
            </a:extLst>
          </p:cNvPr>
          <p:cNvSpPr>
            <a:spLocks noGrp="1"/>
          </p:cNvSpPr>
          <p:nvPr>
            <p:ph type="sldNum" sz="quarter" idx="4"/>
          </p:nvPr>
        </p:nvSpPr>
        <p:spPr/>
        <p: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fld id="{08D006B4-DD64-43B7-816D-351BE851D9DC}" type="slidenum">
              <a:rPr kumimoji="1" lang="en-US" altLang="ko-KR" sz="1200" b="0" i="0" u="none" strike="noStrike" kern="1200" cap="none" spc="0" normalizeH="0" baseline="0" noProof="0" smtClean="0">
                <a:ln>
                  <a:noFill/>
                </a:ln>
                <a:solidFill>
                  <a:srgbClr val="3366FF"/>
                </a:solidFill>
                <a:effectLst/>
                <a:uLnTx/>
                <a:uFillTx/>
                <a:latin typeface="HY헤드라인M" panose="02030600000101010101" pitchFamily="18" charset="-127"/>
                <a:ea typeface="HY헤드라인M" panose="02030600000101010101" pitchFamily="18" charset="-127"/>
                <a:cs typeface="+mn-cs"/>
              </a:rPr>
              <a:pPr marL="0" marR="0" lvl="0" indent="0" algn="ctr" defTabSz="914400" rtl="0" eaLnBrk="1" fontAlgn="auto" latinLnBrk="1" hangingPunct="1">
                <a:lnSpc>
                  <a:spcPct val="100000"/>
                </a:lnSpc>
                <a:spcBef>
                  <a:spcPts val="0"/>
                </a:spcBef>
                <a:spcAft>
                  <a:spcPts val="0"/>
                </a:spcAft>
                <a:buClrTx/>
                <a:buSzTx/>
                <a:buFontTx/>
                <a:buNone/>
                <a:tabLst/>
                <a:defRPr/>
              </a:pPr>
              <a:t>8</a:t>
            </a:fld>
            <a:endParaRPr kumimoji="1" lang="en-US" altLang="en-US" sz="1200" b="0" i="0" u="none" strike="noStrike" kern="1200" cap="none" spc="0" normalizeH="0" baseline="0" noProof="0" dirty="0">
              <a:ln>
                <a:noFill/>
              </a:ln>
              <a:solidFill>
                <a:srgbClr val="3366FF"/>
              </a:solidFill>
              <a:effectLst/>
              <a:uLnTx/>
              <a:uFillTx/>
              <a:latin typeface="HY헤드라인M" panose="02030600000101010101" pitchFamily="18" charset="-127"/>
              <a:ea typeface="HY헤드라인M" panose="02030600000101010101" pitchFamily="18" charset="-127"/>
              <a:cs typeface="+mn-cs"/>
            </a:endParaRPr>
          </a:p>
        </p:txBody>
      </p:sp>
    </p:spTree>
    <p:extLst>
      <p:ext uri="{BB962C8B-B14F-4D97-AF65-F5344CB8AC3E}">
        <p14:creationId xmlns:p14="http://schemas.microsoft.com/office/powerpoint/2010/main" val="111846596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F0966603-37E0-4CB0-BA67-6994C4E4A666}"/>
              </a:ext>
            </a:extLst>
          </p:cNvPr>
          <p:cNvSpPr>
            <a:spLocks noGrp="1"/>
          </p:cNvSpPr>
          <p:nvPr>
            <p:ph idx="1"/>
          </p:nvPr>
        </p:nvSpPr>
        <p:spPr>
          <a:xfrm>
            <a:off x="539552" y="836712"/>
            <a:ext cx="8230716" cy="5794067"/>
          </a:xfrm>
        </p:spPr>
        <p:txBody>
          <a:bodyPr/>
          <a:lstStyle/>
          <a:p>
            <a:r>
              <a:rPr lang="ko-KR" altLang="en-US" sz="1800" dirty="0"/>
              <a:t>고대 그리스의 </a:t>
            </a:r>
            <a:r>
              <a:rPr lang="en-US" altLang="ko-KR" sz="1800" dirty="0">
                <a:solidFill>
                  <a:srgbClr val="0000FF"/>
                </a:solidFill>
              </a:rPr>
              <a:t>Hippocrates</a:t>
            </a:r>
            <a:r>
              <a:rPr lang="en-US" altLang="ko-KR" sz="1800" dirty="0"/>
              <a:t> (BC 460-370)</a:t>
            </a:r>
          </a:p>
          <a:p>
            <a:endParaRPr lang="en-US" altLang="ko-KR" sz="1800" dirty="0"/>
          </a:p>
          <a:p>
            <a:r>
              <a:rPr lang="ko-KR" altLang="en-US" sz="1800" dirty="0">
                <a:solidFill>
                  <a:srgbClr val="0000FF"/>
                </a:solidFill>
              </a:rPr>
              <a:t>플라톤</a:t>
            </a:r>
            <a:r>
              <a:rPr lang="en-US" altLang="ko-KR" sz="1800" dirty="0"/>
              <a:t>(BC 428(?)-348(?)) </a:t>
            </a:r>
          </a:p>
          <a:p>
            <a:pPr lvl="1"/>
            <a:r>
              <a:rPr lang="ko-KR" altLang="en-US" sz="1800" dirty="0"/>
              <a:t>정신을 둘로 분리</a:t>
            </a:r>
            <a:endParaRPr lang="en-US" altLang="ko-KR" sz="1800" dirty="0"/>
          </a:p>
          <a:p>
            <a:pPr lvl="2"/>
            <a:r>
              <a:rPr lang="ko-KR" altLang="en-US" sz="1800" dirty="0"/>
              <a:t>이성이나 지성 등은 </a:t>
            </a:r>
            <a:r>
              <a:rPr lang="en-US" altLang="ko-KR" sz="1800" dirty="0"/>
              <a:t>'</a:t>
            </a:r>
            <a:r>
              <a:rPr lang="ko-KR" altLang="en-US" sz="1800" dirty="0"/>
              <a:t>신의 정신</a:t>
            </a:r>
            <a:r>
              <a:rPr lang="en-US" altLang="ko-KR" sz="1800" dirty="0"/>
              <a:t>’</a:t>
            </a:r>
          </a:p>
          <a:p>
            <a:pPr lvl="2"/>
            <a:r>
              <a:rPr lang="ko-KR" altLang="en-US" sz="1800" dirty="0"/>
              <a:t>감정이나 식욕이나 성욕은 </a:t>
            </a:r>
            <a:r>
              <a:rPr lang="en-US" altLang="ko-KR" sz="1800" dirty="0"/>
              <a:t>‘</a:t>
            </a:r>
            <a:r>
              <a:rPr lang="ko-KR" altLang="en-US" sz="1800" dirty="0"/>
              <a:t>사람의 정신</a:t>
            </a:r>
            <a:r>
              <a:rPr lang="en-US" altLang="ko-KR" sz="1800" dirty="0"/>
              <a:t>’</a:t>
            </a:r>
          </a:p>
          <a:p>
            <a:pPr lvl="1"/>
            <a:r>
              <a:rPr lang="ko-KR" altLang="en-US" sz="1800" dirty="0"/>
              <a:t>신의 정신은 대뇌에 있고 사람의 정신은 척수에 있다고 생각했다</a:t>
            </a:r>
          </a:p>
          <a:p>
            <a:endParaRPr lang="en-US" altLang="ko-KR" sz="1800" dirty="0"/>
          </a:p>
          <a:p>
            <a:r>
              <a:rPr lang="ko-KR" altLang="en-US" sz="1800" dirty="0">
                <a:solidFill>
                  <a:srgbClr val="FF0000"/>
                </a:solidFill>
              </a:rPr>
              <a:t>아리스토텔레스</a:t>
            </a:r>
            <a:r>
              <a:rPr lang="en-US" altLang="ko-KR" sz="1800" dirty="0"/>
              <a:t>(B.C. 384~322): </a:t>
            </a:r>
            <a:r>
              <a:rPr lang="ko-KR" altLang="en-US" sz="1800" dirty="0">
                <a:solidFill>
                  <a:srgbClr val="FF0000"/>
                </a:solidFill>
              </a:rPr>
              <a:t>지능이 심장에 자리</a:t>
            </a:r>
            <a:r>
              <a:rPr lang="ko-KR" altLang="en-US" sz="1800" dirty="0"/>
              <a:t>하고 </a:t>
            </a:r>
            <a:r>
              <a:rPr lang="ko-KR" altLang="en-US" sz="1800" dirty="0">
                <a:solidFill>
                  <a:srgbClr val="FF0000"/>
                </a:solidFill>
              </a:rPr>
              <a:t>뇌는 혈액을 식히는 방열기의 역할</a:t>
            </a:r>
            <a:r>
              <a:rPr lang="ko-KR" altLang="en-US" sz="1800" dirty="0"/>
              <a:t>을 한다고 생각</a:t>
            </a:r>
          </a:p>
          <a:p>
            <a:endParaRPr lang="en-US" altLang="ko-KR" sz="1800" dirty="0"/>
          </a:p>
          <a:p>
            <a:r>
              <a:rPr lang="ko-KR" altLang="en-US" sz="1800" dirty="0" err="1">
                <a:solidFill>
                  <a:srgbClr val="0000FF"/>
                </a:solidFill>
              </a:rPr>
              <a:t>갈레노스</a:t>
            </a:r>
            <a:r>
              <a:rPr lang="ko-KR" altLang="en-US" sz="1800" dirty="0"/>
              <a:t> </a:t>
            </a:r>
            <a:r>
              <a:rPr lang="en-US" altLang="ko-KR" sz="1800" dirty="0"/>
              <a:t>(AD 129~AD 199): </a:t>
            </a:r>
            <a:r>
              <a:rPr lang="ko-KR" altLang="en-US" sz="1800" dirty="0"/>
              <a:t>뇌가 생각과 정서</a:t>
            </a:r>
            <a:r>
              <a:rPr lang="en-US" altLang="ko-KR" sz="1800" dirty="0"/>
              <a:t>, </a:t>
            </a:r>
            <a:r>
              <a:rPr lang="ko-KR" altLang="en-US" sz="1800" dirty="0"/>
              <a:t>기억을 조절하는 곳 주장</a:t>
            </a:r>
          </a:p>
          <a:p>
            <a:endParaRPr lang="en-US" altLang="ko-KR" sz="1800" dirty="0"/>
          </a:p>
          <a:p>
            <a:r>
              <a:rPr lang="ko-KR" altLang="en-US" sz="1800" dirty="0">
                <a:solidFill>
                  <a:srgbClr val="0000FF"/>
                </a:solidFill>
              </a:rPr>
              <a:t>레오나르도 다빈치</a:t>
            </a:r>
            <a:r>
              <a:rPr lang="ko-KR" altLang="en-US" sz="1800" dirty="0"/>
              <a:t> </a:t>
            </a:r>
            <a:r>
              <a:rPr lang="en-US" altLang="ko-KR" sz="1800" dirty="0"/>
              <a:t>(1452-1519) </a:t>
            </a:r>
          </a:p>
          <a:p>
            <a:pPr lvl="1"/>
            <a:r>
              <a:rPr lang="ko-KR" altLang="en-US" sz="1800" dirty="0"/>
              <a:t>뇌에 정신이 있다고 생각</a:t>
            </a:r>
            <a:r>
              <a:rPr lang="en-US" altLang="ko-KR" sz="1800" dirty="0"/>
              <a:t>. </a:t>
            </a:r>
          </a:p>
          <a:p>
            <a:pPr lvl="1"/>
            <a:r>
              <a:rPr lang="ko-KR" altLang="en-US" sz="1800" dirty="0"/>
              <a:t>뇌의 방 </a:t>
            </a:r>
            <a:r>
              <a:rPr lang="en-US" altLang="ko-KR" sz="1800" dirty="0"/>
              <a:t>(</a:t>
            </a:r>
            <a:r>
              <a:rPr lang="ko-KR" altLang="en-US" sz="1800" dirty="0"/>
              <a:t>뇌 안의 공간</a:t>
            </a:r>
            <a:r>
              <a:rPr lang="en-US" altLang="ko-KR" sz="1800" dirty="0"/>
              <a:t>)</a:t>
            </a:r>
            <a:r>
              <a:rPr lang="ko-KR" altLang="en-US" sz="1800" dirty="0"/>
              <a:t>에 정신이 들어 있다고 했다</a:t>
            </a:r>
            <a:r>
              <a:rPr lang="en-US" altLang="ko-KR" sz="1800" dirty="0"/>
              <a:t>.</a:t>
            </a:r>
          </a:p>
        </p:txBody>
      </p:sp>
      <p:sp>
        <p:nvSpPr>
          <p:cNvPr id="3" name="제목 2">
            <a:extLst>
              <a:ext uri="{FF2B5EF4-FFF2-40B4-BE49-F238E27FC236}">
                <a16:creationId xmlns:a16="http://schemas.microsoft.com/office/drawing/2014/main" id="{1CB67919-9BB0-42B8-800B-99CDE13A646D}"/>
              </a:ext>
            </a:extLst>
          </p:cNvPr>
          <p:cNvSpPr>
            <a:spLocks noGrp="1"/>
          </p:cNvSpPr>
          <p:nvPr>
            <p:ph type="title"/>
          </p:nvPr>
        </p:nvSpPr>
        <p:spPr/>
        <p:txBody>
          <a:bodyPr/>
          <a:lstStyle/>
          <a:p>
            <a:r>
              <a:rPr lang="ko-KR" altLang="en-US" dirty="0"/>
              <a:t>뇌에 대한 옛날 서양의 개념들</a:t>
            </a:r>
          </a:p>
        </p:txBody>
      </p:sp>
      <p:sp>
        <p:nvSpPr>
          <p:cNvPr id="4" name="슬라이드 번호 개체 틀 3">
            <a:extLst>
              <a:ext uri="{FF2B5EF4-FFF2-40B4-BE49-F238E27FC236}">
                <a16:creationId xmlns:a16="http://schemas.microsoft.com/office/drawing/2014/main" id="{6F681298-603B-4947-9D99-75BEBE4472A0}"/>
              </a:ext>
            </a:extLst>
          </p:cNvPr>
          <p:cNvSpPr>
            <a:spLocks noGrp="1"/>
          </p:cNvSpPr>
          <p:nvPr>
            <p:ph type="sldNum" sz="quarter" idx="4"/>
          </p:nvPr>
        </p:nvSpPr>
        <p:spPr/>
        <p:txBody>
          <a:bodyPr/>
          <a:lstStyle/>
          <a:p>
            <a:fld id="{08D006B4-DD64-43B7-816D-351BE851D9DC}" type="slidenum">
              <a:rPr lang="en-US" altLang="ko-KR" smtClean="0"/>
              <a:pPr/>
              <a:t>9</a:t>
            </a:fld>
            <a:endParaRPr lang="en-US" dirty="0"/>
          </a:p>
        </p:txBody>
      </p:sp>
    </p:spTree>
    <p:extLst>
      <p:ext uri="{BB962C8B-B14F-4D97-AF65-F5344CB8AC3E}">
        <p14:creationId xmlns:p14="http://schemas.microsoft.com/office/powerpoint/2010/main" val="453420516"/>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21881D90-1FC9-4718-A012-90C5A4FFD41E}"/>
              </a:ext>
            </a:extLst>
          </p:cNvPr>
          <p:cNvSpPr>
            <a:spLocks noGrp="1"/>
          </p:cNvSpPr>
          <p:nvPr>
            <p:ph idx="1"/>
          </p:nvPr>
        </p:nvSpPr>
        <p:spPr>
          <a:xfrm>
            <a:off x="539552" y="1368896"/>
            <a:ext cx="7964487" cy="4724400"/>
          </a:xfrm>
        </p:spPr>
        <p:txBody>
          <a:bodyPr/>
          <a:lstStyle/>
          <a:p>
            <a:r>
              <a:rPr lang="ko-KR" altLang="en-US" sz="1800" dirty="0"/>
              <a:t>고전적 조건형성</a:t>
            </a:r>
            <a:r>
              <a:rPr lang="en-US" altLang="ko-KR" sz="1800" dirty="0"/>
              <a:t>(</a:t>
            </a:r>
            <a:r>
              <a:rPr lang="ko-KR" altLang="en-US" sz="1800" dirty="0"/>
              <a:t>古典的條件形成</a:t>
            </a:r>
            <a:r>
              <a:rPr lang="en-US" altLang="ko-KR" sz="1800" dirty="0"/>
              <a:t>, Classical Conditioning)</a:t>
            </a:r>
            <a:r>
              <a:rPr lang="ko-KR" altLang="en-US" sz="1800" dirty="0"/>
              <a:t>은 대표적     </a:t>
            </a:r>
            <a:r>
              <a:rPr lang="ko-KR" altLang="en-US" sz="1800" dirty="0">
                <a:solidFill>
                  <a:srgbClr val="FF0000"/>
                </a:solidFill>
              </a:rPr>
              <a:t>행동주의 심리학</a:t>
            </a:r>
            <a:r>
              <a:rPr lang="ko-KR" altLang="en-US" sz="1800" dirty="0"/>
              <a:t>의 이론</a:t>
            </a:r>
            <a:endParaRPr lang="en-US" altLang="ko-KR" sz="1800" dirty="0"/>
          </a:p>
          <a:p>
            <a:pPr lvl="1"/>
            <a:r>
              <a:rPr lang="ko-KR" altLang="en-US" sz="1650" i="1" dirty="0">
                <a:solidFill>
                  <a:srgbClr val="0000FF"/>
                </a:solidFill>
              </a:rPr>
              <a:t>행동주의</a:t>
            </a:r>
            <a:r>
              <a:rPr lang="en-US" altLang="ko-KR" sz="1650" i="1" dirty="0">
                <a:solidFill>
                  <a:srgbClr val="0000FF"/>
                </a:solidFill>
              </a:rPr>
              <a:t>: </a:t>
            </a:r>
            <a:r>
              <a:rPr lang="ko-KR" altLang="en-US" sz="1650" i="1" dirty="0">
                <a:solidFill>
                  <a:srgbClr val="0000FF"/>
                </a:solidFill>
              </a:rPr>
              <a:t>인간과 동물의 행동을 이해하는 것에 대한 체계적 접근법</a:t>
            </a:r>
            <a:endParaRPr lang="en-US" altLang="ko-KR" sz="1650" i="1" dirty="0">
              <a:solidFill>
                <a:srgbClr val="0000FF"/>
              </a:solidFill>
            </a:endParaRPr>
          </a:p>
          <a:p>
            <a:r>
              <a:rPr lang="ko-KR" altLang="en-US" sz="1800" dirty="0"/>
              <a:t>특정 반응을 이끌어내지 못하던 자극</a:t>
            </a:r>
            <a:r>
              <a:rPr lang="en-US" altLang="ko-KR" sz="1800" dirty="0"/>
              <a:t>(</a:t>
            </a:r>
            <a:r>
              <a:rPr lang="ko-KR" altLang="en-US" sz="1800" dirty="0"/>
              <a:t>중성자극</a:t>
            </a:r>
            <a:r>
              <a:rPr lang="en-US" altLang="ko-KR" sz="1800" dirty="0"/>
              <a:t>)</a:t>
            </a:r>
            <a:r>
              <a:rPr lang="ko-KR" altLang="en-US" sz="1800" dirty="0"/>
              <a:t>이 그 반응을 무조건적으로     이끌어내는 자극</a:t>
            </a:r>
            <a:r>
              <a:rPr lang="en-US" altLang="ko-KR" sz="1800" dirty="0"/>
              <a:t>(</a:t>
            </a:r>
            <a:r>
              <a:rPr lang="ko-KR" altLang="en-US" sz="1800" dirty="0"/>
              <a:t>무조건자극</a:t>
            </a:r>
            <a:r>
              <a:rPr lang="en-US" altLang="ko-KR" sz="1800" dirty="0"/>
              <a:t>)</a:t>
            </a:r>
            <a:r>
              <a:rPr lang="ko-KR" altLang="en-US" sz="1800" dirty="0"/>
              <a:t>과 반복적으로 연합되면서 그 반응을 유발하게끔 하는 과정</a:t>
            </a:r>
            <a:endParaRPr lang="en-US" altLang="ko-KR" sz="1800" dirty="0"/>
          </a:p>
          <a:p>
            <a:endParaRPr lang="en-US" altLang="ko-KR" sz="1800" dirty="0"/>
          </a:p>
          <a:p>
            <a:r>
              <a:rPr lang="en-US" altLang="ko-KR" sz="1800" dirty="0">
                <a:solidFill>
                  <a:srgbClr val="0000FF"/>
                </a:solidFill>
              </a:rPr>
              <a:t>Ivan Pavlov (1849-1936): 1904 </a:t>
            </a:r>
            <a:r>
              <a:rPr lang="ko-KR" altLang="en-US" sz="1800" dirty="0">
                <a:solidFill>
                  <a:srgbClr val="0000FF"/>
                </a:solidFill>
              </a:rPr>
              <a:t>노벨생리의학상</a:t>
            </a:r>
            <a:endParaRPr lang="en-US" altLang="ko-KR" sz="1800" dirty="0">
              <a:solidFill>
                <a:srgbClr val="0000FF"/>
              </a:solidFill>
            </a:endParaRPr>
          </a:p>
          <a:p>
            <a:endParaRPr lang="en-US" altLang="ko-KR" sz="1800" dirty="0"/>
          </a:p>
          <a:p>
            <a:r>
              <a:rPr lang="en-US" altLang="ko-KR" sz="1800" dirty="0"/>
              <a:t>In 1903, at the 14th International Medical Congress in Madrid, Pavlov read a paper on «The Experimental Psychology and Psychopathology of Animals». </a:t>
            </a:r>
          </a:p>
          <a:p>
            <a:r>
              <a:rPr lang="en-US" altLang="ko-KR" sz="1800" dirty="0"/>
              <a:t>In this paper the definition of conditioned and other reflexes was given and it was shown that a conditioned reflex should be regarded as an elementary psychological phenomenon, which at the same time is a physiological one.</a:t>
            </a:r>
          </a:p>
        </p:txBody>
      </p:sp>
      <p:sp>
        <p:nvSpPr>
          <p:cNvPr id="3" name="제목 2">
            <a:extLst>
              <a:ext uri="{FF2B5EF4-FFF2-40B4-BE49-F238E27FC236}">
                <a16:creationId xmlns:a16="http://schemas.microsoft.com/office/drawing/2014/main" id="{21F1217B-2E3D-436F-B165-61D94370C965}"/>
              </a:ext>
            </a:extLst>
          </p:cNvPr>
          <p:cNvSpPr>
            <a:spLocks noGrp="1"/>
          </p:cNvSpPr>
          <p:nvPr>
            <p:ph type="title"/>
          </p:nvPr>
        </p:nvSpPr>
        <p:spPr>
          <a:xfrm>
            <a:off x="5" y="310834"/>
            <a:ext cx="9143996" cy="597886"/>
          </a:xfrm>
        </p:spPr>
        <p:txBody>
          <a:bodyPr/>
          <a:lstStyle/>
          <a:p>
            <a:r>
              <a:rPr lang="ko-KR" altLang="en-US" dirty="0"/>
              <a:t>파블로프의 개</a:t>
            </a:r>
            <a:r>
              <a:rPr lang="en-US" altLang="ko-KR" dirty="0"/>
              <a:t>(1897): </a:t>
            </a:r>
            <a:r>
              <a:rPr lang="ko-KR" altLang="en-US" dirty="0"/>
              <a:t>고전적 조건 형성 실험</a:t>
            </a:r>
            <a:br>
              <a:rPr lang="en-US" altLang="ko-KR" dirty="0"/>
            </a:br>
            <a:r>
              <a:rPr lang="en-US" altLang="ko-KR" sz="2800" dirty="0"/>
              <a:t>Pavlov’s Dog (or Pavlovian): Classical Conditioning</a:t>
            </a:r>
            <a:endParaRPr lang="ko-KR" altLang="en-US" sz="2800" dirty="0"/>
          </a:p>
        </p:txBody>
      </p:sp>
      <p:sp>
        <p:nvSpPr>
          <p:cNvPr id="4" name="슬라이드 번호 개체 틀 3">
            <a:extLst>
              <a:ext uri="{FF2B5EF4-FFF2-40B4-BE49-F238E27FC236}">
                <a16:creationId xmlns:a16="http://schemas.microsoft.com/office/drawing/2014/main" id="{E71BC3A7-2BCB-4F50-8824-D67E7A9DCCF5}"/>
              </a:ext>
            </a:extLst>
          </p:cNvPr>
          <p:cNvSpPr>
            <a:spLocks noGrp="1"/>
          </p:cNvSpPr>
          <p:nvPr>
            <p:ph type="sldNum" sz="quarter" idx="4"/>
          </p:nvPr>
        </p:nvSpPr>
        <p:spPr/>
        <p:txBody>
          <a:bodyPr/>
          <a:lstStyle/>
          <a:p>
            <a:fld id="{08D006B4-DD64-43B7-816D-351BE851D9DC}" type="slidenum">
              <a:rPr lang="en-US" altLang="ko-KR" smtClean="0"/>
              <a:pPr/>
              <a:t>10</a:t>
            </a:fld>
            <a:endParaRPr lang="en-US" dirty="0"/>
          </a:p>
        </p:txBody>
      </p:sp>
    </p:spTree>
    <p:extLst>
      <p:ext uri="{BB962C8B-B14F-4D97-AF65-F5344CB8AC3E}">
        <p14:creationId xmlns:p14="http://schemas.microsoft.com/office/powerpoint/2010/main" val="212438731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87018AA2-861C-42E7-B22F-1B9FA98B2777}"/>
              </a:ext>
            </a:extLst>
          </p:cNvPr>
          <p:cNvSpPr>
            <a:spLocks noGrp="1"/>
          </p:cNvSpPr>
          <p:nvPr>
            <p:ph idx="1"/>
          </p:nvPr>
        </p:nvSpPr>
        <p:spPr>
          <a:xfrm>
            <a:off x="589756" y="1066800"/>
            <a:ext cx="7964487" cy="4724400"/>
          </a:xfrm>
        </p:spPr>
        <p:txBody>
          <a:bodyPr/>
          <a:lstStyle/>
          <a:p>
            <a:r>
              <a:rPr lang="ko-KR" altLang="en-US" sz="2000" dirty="0">
                <a:solidFill>
                  <a:srgbClr val="FF0000"/>
                </a:solidFill>
              </a:rPr>
              <a:t>조건형성</a:t>
            </a:r>
            <a:r>
              <a:rPr lang="en-US" altLang="ko-KR" sz="2000" dirty="0">
                <a:solidFill>
                  <a:srgbClr val="FF0000"/>
                </a:solidFill>
              </a:rPr>
              <a:t>(conditioning): </a:t>
            </a:r>
          </a:p>
          <a:p>
            <a:pPr lvl="1"/>
            <a:r>
              <a:rPr lang="ko-KR" altLang="en-US" sz="1850" dirty="0">
                <a:solidFill>
                  <a:srgbClr val="FF0000"/>
                </a:solidFill>
              </a:rPr>
              <a:t>중성자극</a:t>
            </a:r>
            <a:r>
              <a:rPr lang="en-US" altLang="ko-KR" sz="1850" dirty="0">
                <a:solidFill>
                  <a:srgbClr val="FF0000"/>
                </a:solidFill>
              </a:rPr>
              <a:t>(NS)</a:t>
            </a:r>
            <a:r>
              <a:rPr lang="ko-KR" altLang="en-US" sz="1850" dirty="0">
                <a:solidFill>
                  <a:srgbClr val="FF0000"/>
                </a:solidFill>
              </a:rPr>
              <a:t>이 무조건자극</a:t>
            </a:r>
            <a:r>
              <a:rPr lang="en-US" altLang="ko-KR" sz="1850" dirty="0">
                <a:solidFill>
                  <a:srgbClr val="FF0000"/>
                </a:solidFill>
              </a:rPr>
              <a:t>(US)</a:t>
            </a:r>
            <a:r>
              <a:rPr lang="ko-KR" altLang="en-US" sz="1850" dirty="0">
                <a:solidFill>
                  <a:srgbClr val="FF0000"/>
                </a:solidFill>
              </a:rPr>
              <a:t>과 연합하여 무조건반응</a:t>
            </a:r>
            <a:r>
              <a:rPr lang="en-US" altLang="ko-KR" sz="1850" dirty="0">
                <a:solidFill>
                  <a:srgbClr val="FF0000"/>
                </a:solidFill>
              </a:rPr>
              <a:t>(UR)</a:t>
            </a:r>
            <a:r>
              <a:rPr lang="ko-KR" altLang="en-US" sz="1850" dirty="0">
                <a:solidFill>
                  <a:srgbClr val="FF0000"/>
                </a:solidFill>
              </a:rPr>
              <a:t>을 이끌어내는 과정</a:t>
            </a:r>
            <a:r>
              <a:rPr lang="en-US" altLang="ko-KR" sz="1850" dirty="0">
                <a:solidFill>
                  <a:srgbClr val="FF0000"/>
                </a:solidFill>
              </a:rPr>
              <a:t>.</a:t>
            </a:r>
          </a:p>
          <a:p>
            <a:endParaRPr lang="en-US" altLang="ko-KR" sz="2000" dirty="0">
              <a:solidFill>
                <a:srgbClr val="FF0000"/>
              </a:solidFill>
            </a:endParaRPr>
          </a:p>
          <a:p>
            <a:r>
              <a:rPr lang="ko-KR" altLang="en-US" sz="2000" dirty="0">
                <a:solidFill>
                  <a:srgbClr val="FF0000"/>
                </a:solidFill>
              </a:rPr>
              <a:t>조건형성이 이루어지면 중성자극</a:t>
            </a:r>
            <a:r>
              <a:rPr lang="en-US" altLang="ko-KR" sz="2000" dirty="0">
                <a:solidFill>
                  <a:srgbClr val="FF0000"/>
                </a:solidFill>
              </a:rPr>
              <a:t>(NS)</a:t>
            </a:r>
            <a:r>
              <a:rPr lang="ko-KR" altLang="en-US" sz="2000" dirty="0">
                <a:solidFill>
                  <a:srgbClr val="FF0000"/>
                </a:solidFill>
              </a:rPr>
              <a:t>은 조건자극</a:t>
            </a:r>
            <a:r>
              <a:rPr lang="en-US" altLang="ko-KR" sz="2000" dirty="0">
                <a:solidFill>
                  <a:srgbClr val="FF0000"/>
                </a:solidFill>
              </a:rPr>
              <a:t>(CS)</a:t>
            </a:r>
            <a:r>
              <a:rPr lang="ko-KR" altLang="en-US" sz="2000" dirty="0">
                <a:solidFill>
                  <a:srgbClr val="FF0000"/>
                </a:solidFill>
              </a:rPr>
              <a:t>이 되어 조건반응</a:t>
            </a:r>
            <a:r>
              <a:rPr lang="en-US" altLang="ko-KR" sz="2000" dirty="0">
                <a:solidFill>
                  <a:srgbClr val="FF0000"/>
                </a:solidFill>
              </a:rPr>
              <a:t>(CR)</a:t>
            </a:r>
            <a:r>
              <a:rPr lang="ko-KR" altLang="en-US" sz="2000" dirty="0">
                <a:solidFill>
                  <a:srgbClr val="FF0000"/>
                </a:solidFill>
              </a:rPr>
              <a:t>을   이끌어낸다</a:t>
            </a:r>
            <a:r>
              <a:rPr lang="en-US" altLang="ko-KR" sz="2000" dirty="0">
                <a:solidFill>
                  <a:srgbClr val="FF0000"/>
                </a:solidFill>
              </a:rPr>
              <a:t>.</a:t>
            </a:r>
          </a:p>
          <a:p>
            <a:endParaRPr lang="en-US" altLang="ko-KR" sz="2000" dirty="0"/>
          </a:p>
          <a:p>
            <a:pPr lvl="1"/>
            <a:r>
              <a:rPr lang="en-US" altLang="ko-KR" sz="1600" dirty="0"/>
              <a:t>Reflex:</a:t>
            </a:r>
            <a:r>
              <a:rPr lang="ko-KR" altLang="en-US" sz="1600" dirty="0"/>
              <a:t> 반사반응</a:t>
            </a:r>
            <a:r>
              <a:rPr lang="en-US" altLang="ko-KR" sz="1600" dirty="0"/>
              <a:t>, </a:t>
            </a:r>
            <a:r>
              <a:rPr lang="ko-KR" altLang="en-US" sz="1600" dirty="0"/>
              <a:t>반사운동</a:t>
            </a:r>
            <a:endParaRPr lang="en-US" altLang="ko-KR" sz="1600" dirty="0"/>
          </a:p>
          <a:p>
            <a:pPr lvl="1"/>
            <a:endParaRPr lang="en-US" altLang="ko-KR" sz="1600" dirty="0"/>
          </a:p>
          <a:p>
            <a:pPr lvl="1"/>
            <a:r>
              <a:rPr lang="ko-KR" altLang="en-US" sz="1600" dirty="0"/>
              <a:t>중성자극</a:t>
            </a:r>
            <a:r>
              <a:rPr lang="en-US" altLang="ko-KR" sz="1600" dirty="0"/>
              <a:t> Neutral Stimulus NS: </a:t>
            </a:r>
            <a:r>
              <a:rPr lang="ko-KR" altLang="en-US" sz="1600" dirty="0"/>
              <a:t>평소 특정한 반응을 이끌어내지 못하는 자극</a:t>
            </a:r>
            <a:endParaRPr lang="en-US" altLang="ko-KR" sz="1600" dirty="0"/>
          </a:p>
          <a:p>
            <a:pPr lvl="1"/>
            <a:r>
              <a:rPr lang="ko-KR" altLang="en-US" sz="1600" dirty="0"/>
              <a:t>무조건자극</a:t>
            </a:r>
            <a:r>
              <a:rPr lang="en-US" altLang="ko-KR" sz="1600" dirty="0"/>
              <a:t> Unconditioned Stimulus US: UR</a:t>
            </a:r>
            <a:r>
              <a:rPr lang="ko-KR" altLang="en-US" sz="1600" dirty="0"/>
              <a:t>을 끌어내는 자극</a:t>
            </a:r>
            <a:endParaRPr lang="en-US" altLang="ko-KR" sz="1600" dirty="0"/>
          </a:p>
          <a:p>
            <a:pPr lvl="1"/>
            <a:r>
              <a:rPr lang="ko-KR" altLang="en-US" sz="1600" dirty="0"/>
              <a:t>무조건반응</a:t>
            </a:r>
            <a:r>
              <a:rPr lang="en-US" altLang="ko-KR" sz="1600" dirty="0"/>
              <a:t> Unconditioned Response UR</a:t>
            </a:r>
          </a:p>
          <a:p>
            <a:pPr lvl="1"/>
            <a:r>
              <a:rPr lang="ko-KR" altLang="en-US" sz="1600" dirty="0"/>
              <a:t>조건자극 </a:t>
            </a:r>
            <a:r>
              <a:rPr lang="en-US" altLang="ko-KR" sz="1600" dirty="0"/>
              <a:t>Conditioned Stimulus CS</a:t>
            </a:r>
          </a:p>
          <a:p>
            <a:pPr lvl="1"/>
            <a:r>
              <a:rPr lang="ko-KR" altLang="en-US" sz="1600" dirty="0"/>
              <a:t>조건반응 </a:t>
            </a:r>
            <a:r>
              <a:rPr lang="en-US" altLang="ko-KR" sz="1600" dirty="0"/>
              <a:t>Conditioned Response CR</a:t>
            </a:r>
          </a:p>
        </p:txBody>
      </p:sp>
      <p:sp>
        <p:nvSpPr>
          <p:cNvPr id="3" name="제목 2">
            <a:extLst>
              <a:ext uri="{FF2B5EF4-FFF2-40B4-BE49-F238E27FC236}">
                <a16:creationId xmlns:a16="http://schemas.microsoft.com/office/drawing/2014/main" id="{E80CAEA4-6C6E-422B-8877-87B14DF4893A}"/>
              </a:ext>
            </a:extLst>
          </p:cNvPr>
          <p:cNvSpPr>
            <a:spLocks noGrp="1"/>
          </p:cNvSpPr>
          <p:nvPr>
            <p:ph type="title"/>
          </p:nvPr>
        </p:nvSpPr>
        <p:spPr>
          <a:xfrm>
            <a:off x="4" y="341060"/>
            <a:ext cx="9143996" cy="597886"/>
          </a:xfrm>
        </p:spPr>
        <p:txBody>
          <a:bodyPr/>
          <a:lstStyle/>
          <a:p>
            <a:r>
              <a:rPr lang="ko-KR" altLang="en-US" dirty="0"/>
              <a:t>조건 형성 실험</a:t>
            </a:r>
            <a:r>
              <a:rPr lang="en-US" altLang="ko-KR" dirty="0"/>
              <a:t>: Conditioning</a:t>
            </a:r>
            <a:endParaRPr lang="ko-KR" altLang="en-US" sz="2400" dirty="0"/>
          </a:p>
        </p:txBody>
      </p:sp>
      <p:sp>
        <p:nvSpPr>
          <p:cNvPr id="4" name="슬라이드 번호 개체 틀 3">
            <a:extLst>
              <a:ext uri="{FF2B5EF4-FFF2-40B4-BE49-F238E27FC236}">
                <a16:creationId xmlns:a16="http://schemas.microsoft.com/office/drawing/2014/main" id="{F447A113-8E32-426A-A83B-199059D4C4C1}"/>
              </a:ext>
            </a:extLst>
          </p:cNvPr>
          <p:cNvSpPr>
            <a:spLocks noGrp="1"/>
          </p:cNvSpPr>
          <p:nvPr>
            <p:ph type="sldNum" sz="quarter" idx="4"/>
          </p:nvPr>
        </p:nvSpPr>
        <p:spPr/>
        <p:txBody>
          <a:bodyPr/>
          <a:lstStyle/>
          <a:p>
            <a:fld id="{08D006B4-DD64-43B7-816D-351BE851D9DC}" type="slidenum">
              <a:rPr lang="en-US" altLang="ko-KR" smtClean="0"/>
              <a:pPr/>
              <a:t>11</a:t>
            </a:fld>
            <a:endParaRPr lang="en-US" dirty="0"/>
          </a:p>
        </p:txBody>
      </p:sp>
    </p:spTree>
    <p:extLst>
      <p:ext uri="{BB962C8B-B14F-4D97-AF65-F5344CB8AC3E}">
        <p14:creationId xmlns:p14="http://schemas.microsoft.com/office/powerpoint/2010/main" val="209381822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0966FF02-EB67-4035-AB22-15A89878992D}"/>
              </a:ext>
            </a:extLst>
          </p:cNvPr>
          <p:cNvSpPr>
            <a:spLocks noGrp="1"/>
          </p:cNvSpPr>
          <p:nvPr>
            <p:ph type="sldNum" sz="quarter" idx="4"/>
          </p:nvPr>
        </p:nvSpPr>
        <p:spPr/>
        <p:txBody>
          <a:bodyPr/>
          <a:lstStyle/>
          <a:p>
            <a:fld id="{08D006B4-DD64-43B7-816D-351BE851D9DC}" type="slidenum">
              <a:rPr lang="en-US" altLang="ko-KR" smtClean="0"/>
              <a:pPr/>
              <a:t>12</a:t>
            </a:fld>
            <a:endParaRPr lang="en-US" dirty="0"/>
          </a:p>
        </p:txBody>
      </p:sp>
      <p:pic>
        <p:nvPicPr>
          <p:cNvPr id="11268" name="Picture 4">
            <a:extLst>
              <a:ext uri="{FF2B5EF4-FFF2-40B4-BE49-F238E27FC236}">
                <a16:creationId xmlns:a16="http://schemas.microsoft.com/office/drawing/2014/main" id="{AF7070AD-A41B-44E3-A503-C0FDDCABDE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00" y="4632780"/>
            <a:ext cx="2643368" cy="222043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CCC8F054-2690-494A-9B69-AD800382E3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0112" y="952322"/>
            <a:ext cx="3527375" cy="1990257"/>
          </a:xfrm>
          <a:prstGeom prst="rect">
            <a:avLst/>
          </a:prstGeom>
          <a:noFill/>
          <a:extLst>
            <a:ext uri="{909E8E84-426E-40DD-AFC4-6F175D3DCCD1}">
              <a14:hiddenFill xmlns:a14="http://schemas.microsoft.com/office/drawing/2010/main">
                <a:solidFill>
                  <a:srgbClr val="FFFFFF"/>
                </a:solidFill>
              </a14:hiddenFill>
            </a:ext>
          </a:extLst>
        </p:spPr>
      </p:pic>
      <p:sp>
        <p:nvSpPr>
          <p:cNvPr id="8" name="내용 개체 틀 1">
            <a:extLst>
              <a:ext uri="{FF2B5EF4-FFF2-40B4-BE49-F238E27FC236}">
                <a16:creationId xmlns:a16="http://schemas.microsoft.com/office/drawing/2014/main" id="{CCD0F10B-B788-4195-87BC-2816EFE36EB4}"/>
              </a:ext>
            </a:extLst>
          </p:cNvPr>
          <p:cNvSpPr txBox="1">
            <a:spLocks/>
          </p:cNvSpPr>
          <p:nvPr/>
        </p:nvSpPr>
        <p:spPr bwMode="auto">
          <a:xfrm>
            <a:off x="251520" y="1099734"/>
            <a:ext cx="7964487"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type="none" w="sm" len="sm"/>
                <a:tailEnd type="none" w="sm" len="sm"/>
              </a14:hiddenLine>
            </a:ext>
          </a:extLst>
        </p:spPr>
        <p:txBody>
          <a:bodyPr vert="horz" wrap="square" lIns="91440" tIns="45720" rIns="91440" bIns="45720" numCol="1" anchor="t" anchorCtr="0" compatLnSpc="1">
            <a:prstTxWarp prst="textNoShape">
              <a:avLst/>
            </a:prstTxWarp>
          </a:bodyPr>
          <a:lstStyle>
            <a:lvl1pPr marL="257175" indent="-257175" algn="l" rtl="0" eaLnBrk="0" fontAlgn="base" latinLnBrk="1" hangingPunct="0">
              <a:lnSpc>
                <a:spcPct val="110000"/>
              </a:lnSpc>
              <a:spcBef>
                <a:spcPct val="20000"/>
              </a:spcBef>
              <a:spcAft>
                <a:spcPct val="0"/>
              </a:spcAft>
              <a:buClr>
                <a:srgbClr val="6600FF"/>
              </a:buClr>
              <a:buFont typeface="Wingdings" pitchFamily="2" charset="2"/>
              <a:buChar char="n"/>
              <a:defRPr kumimoji="1" sz="1700" b="1">
                <a:solidFill>
                  <a:schemeClr val="tx1"/>
                </a:solidFill>
                <a:latin typeface="+mn-lt"/>
                <a:ea typeface="+mn-ea"/>
                <a:cs typeface="+mn-cs"/>
              </a:defRPr>
            </a:lvl1pPr>
            <a:lvl2pPr marL="557213" indent="-214313" algn="l" rtl="0" eaLnBrk="0" fontAlgn="base" latinLnBrk="1" hangingPunct="0">
              <a:lnSpc>
                <a:spcPct val="110000"/>
              </a:lnSpc>
              <a:spcBef>
                <a:spcPct val="20000"/>
              </a:spcBef>
              <a:spcAft>
                <a:spcPct val="0"/>
              </a:spcAft>
              <a:buClr>
                <a:srgbClr val="6600FF"/>
              </a:buClr>
              <a:buChar char="–"/>
              <a:defRPr kumimoji="1" sz="1550" b="1">
                <a:solidFill>
                  <a:schemeClr val="tx1"/>
                </a:solidFill>
                <a:latin typeface="Arial" charset="0"/>
                <a:ea typeface="+mn-ea"/>
              </a:defRPr>
            </a:lvl2pPr>
            <a:lvl3pPr marL="857250" indent="-171450" algn="l" rtl="0" eaLnBrk="0" fontAlgn="base" latinLnBrk="1" hangingPunct="0">
              <a:lnSpc>
                <a:spcPct val="110000"/>
              </a:lnSpc>
              <a:spcBef>
                <a:spcPct val="20000"/>
              </a:spcBef>
              <a:spcAft>
                <a:spcPct val="0"/>
              </a:spcAft>
              <a:buClr>
                <a:srgbClr val="6600FF"/>
              </a:buClr>
              <a:buChar char="•"/>
              <a:defRPr kumimoji="1" sz="1400" b="1">
                <a:solidFill>
                  <a:schemeClr val="tx1"/>
                </a:solidFill>
                <a:latin typeface="Arial" charset="0"/>
                <a:ea typeface="+mn-ea"/>
              </a:defRPr>
            </a:lvl3pPr>
            <a:lvl4pPr marL="1200150" indent="-171450" algn="l" rtl="0" eaLnBrk="0" fontAlgn="base" latinLnBrk="1" hangingPunct="0">
              <a:lnSpc>
                <a:spcPct val="110000"/>
              </a:lnSpc>
              <a:spcBef>
                <a:spcPct val="20000"/>
              </a:spcBef>
              <a:spcAft>
                <a:spcPct val="0"/>
              </a:spcAft>
              <a:buClr>
                <a:srgbClr val="6600FF"/>
              </a:buClr>
              <a:buChar char="–"/>
              <a:defRPr kumimoji="1" sz="1250" b="1">
                <a:solidFill>
                  <a:schemeClr val="tx1"/>
                </a:solidFill>
                <a:latin typeface="Arial" charset="0"/>
                <a:ea typeface="+mn-ea"/>
              </a:defRPr>
            </a:lvl4pPr>
            <a:lvl5pPr marL="1543050" indent="-171450" algn="l" rtl="0" eaLnBrk="0" fontAlgn="base" latinLnBrk="1" hangingPunct="0">
              <a:lnSpc>
                <a:spcPct val="110000"/>
              </a:lnSpc>
              <a:spcBef>
                <a:spcPct val="20000"/>
              </a:spcBef>
              <a:spcAft>
                <a:spcPct val="0"/>
              </a:spcAft>
              <a:buClr>
                <a:srgbClr val="6600FF"/>
              </a:buClr>
              <a:buChar char="•"/>
              <a:defRPr kumimoji="1" sz="1250" b="1">
                <a:solidFill>
                  <a:schemeClr val="tx1"/>
                </a:solidFill>
                <a:latin typeface="Arial" charset="0"/>
                <a:ea typeface="+mn-ea"/>
              </a:defRPr>
            </a:lvl5pPr>
            <a:lvl6pPr marL="1885950" indent="-171450" algn="l" rtl="0" fontAlgn="base" latinLnBrk="1">
              <a:lnSpc>
                <a:spcPct val="110000"/>
              </a:lnSpc>
              <a:spcBef>
                <a:spcPct val="20000"/>
              </a:spcBef>
              <a:spcAft>
                <a:spcPct val="0"/>
              </a:spcAft>
              <a:buClr>
                <a:srgbClr val="6600FF"/>
              </a:buClr>
              <a:buChar char="•"/>
              <a:defRPr kumimoji="1" sz="1125" b="1">
                <a:solidFill>
                  <a:schemeClr val="tx1"/>
                </a:solidFill>
                <a:latin typeface="+mn-lt"/>
                <a:ea typeface="+mn-ea"/>
              </a:defRPr>
            </a:lvl6pPr>
            <a:lvl7pPr marL="2228850" indent="-171450" algn="l" rtl="0" fontAlgn="base" latinLnBrk="1">
              <a:lnSpc>
                <a:spcPct val="110000"/>
              </a:lnSpc>
              <a:spcBef>
                <a:spcPct val="20000"/>
              </a:spcBef>
              <a:spcAft>
                <a:spcPct val="0"/>
              </a:spcAft>
              <a:buClr>
                <a:srgbClr val="6600FF"/>
              </a:buClr>
              <a:buChar char="•"/>
              <a:defRPr kumimoji="1" sz="1125" b="1">
                <a:solidFill>
                  <a:schemeClr val="tx1"/>
                </a:solidFill>
                <a:latin typeface="+mn-lt"/>
                <a:ea typeface="+mn-ea"/>
              </a:defRPr>
            </a:lvl7pPr>
            <a:lvl8pPr marL="2571750" indent="-171450" algn="l" rtl="0" fontAlgn="base" latinLnBrk="1">
              <a:lnSpc>
                <a:spcPct val="110000"/>
              </a:lnSpc>
              <a:spcBef>
                <a:spcPct val="20000"/>
              </a:spcBef>
              <a:spcAft>
                <a:spcPct val="0"/>
              </a:spcAft>
              <a:buClr>
                <a:srgbClr val="6600FF"/>
              </a:buClr>
              <a:buChar char="•"/>
              <a:defRPr kumimoji="1" sz="1125" b="1">
                <a:solidFill>
                  <a:schemeClr val="tx1"/>
                </a:solidFill>
                <a:latin typeface="+mn-lt"/>
                <a:ea typeface="+mn-ea"/>
              </a:defRPr>
            </a:lvl8pPr>
            <a:lvl9pPr marL="2914650" indent="-171450" algn="l" rtl="0" fontAlgn="base" latinLnBrk="1">
              <a:lnSpc>
                <a:spcPct val="110000"/>
              </a:lnSpc>
              <a:spcBef>
                <a:spcPct val="20000"/>
              </a:spcBef>
              <a:spcAft>
                <a:spcPct val="0"/>
              </a:spcAft>
              <a:buClr>
                <a:srgbClr val="6600FF"/>
              </a:buClr>
              <a:buChar char="•"/>
              <a:defRPr kumimoji="1" sz="1125" b="1">
                <a:solidFill>
                  <a:schemeClr val="tx1"/>
                </a:solidFill>
                <a:latin typeface="+mn-lt"/>
                <a:ea typeface="+mn-ea"/>
              </a:defRPr>
            </a:lvl9pPr>
          </a:lstStyle>
          <a:p>
            <a:r>
              <a:rPr lang="ko-KR" altLang="en-US" sz="1800" kern="0" dirty="0"/>
              <a:t>파블로프의 조건 형성 실험</a:t>
            </a:r>
            <a:endParaRPr lang="en-US" altLang="ko-KR" sz="1800" kern="0" dirty="0"/>
          </a:p>
          <a:p>
            <a:pPr lvl="1"/>
            <a:r>
              <a:rPr lang="ko-KR" altLang="en-US" sz="1600" kern="0" dirty="0"/>
              <a:t>개의 턱에 뚫은 구멍에서 나오는 침의 양을 측정</a:t>
            </a:r>
          </a:p>
          <a:p>
            <a:endParaRPr lang="en-US" altLang="ko-KR" sz="1800" kern="0" dirty="0"/>
          </a:p>
          <a:p>
            <a:r>
              <a:rPr lang="ko-KR" altLang="en-US" sz="1800" kern="0" dirty="0"/>
              <a:t>조건 형성 이전</a:t>
            </a:r>
          </a:p>
          <a:p>
            <a:pPr lvl="1"/>
            <a:r>
              <a:rPr lang="ko-KR" altLang="en-US" sz="1600" kern="0" dirty="0"/>
              <a:t>개는 음식을 보면 무조건 침을 흘린다</a:t>
            </a:r>
            <a:r>
              <a:rPr lang="en-US" altLang="ko-KR" sz="1600" kern="0" dirty="0"/>
              <a:t>.</a:t>
            </a:r>
          </a:p>
          <a:p>
            <a:pPr lvl="2"/>
            <a:r>
              <a:rPr lang="ko-KR" altLang="en-US" sz="1600" kern="0" dirty="0"/>
              <a:t>음식</a:t>
            </a:r>
            <a:r>
              <a:rPr lang="en-US" altLang="ko-KR" sz="1600" kern="0" dirty="0"/>
              <a:t>:</a:t>
            </a:r>
            <a:r>
              <a:rPr lang="ko-KR" altLang="en-US" sz="1600" kern="0" dirty="0"/>
              <a:t> 무조건자극</a:t>
            </a:r>
            <a:r>
              <a:rPr lang="en-US" altLang="ko-KR" sz="1600" kern="0" dirty="0"/>
              <a:t>(US)</a:t>
            </a:r>
            <a:r>
              <a:rPr lang="ko-KR" altLang="en-US" sz="1600" kern="0" dirty="0"/>
              <a:t>이고</a:t>
            </a:r>
            <a:r>
              <a:rPr lang="en-US" altLang="ko-KR" sz="1600" kern="0" dirty="0"/>
              <a:t>, </a:t>
            </a:r>
            <a:r>
              <a:rPr lang="ko-KR" altLang="en-US" sz="1600" kern="0" dirty="0"/>
              <a:t>침을 흘리는 반응은 무조건반응</a:t>
            </a:r>
            <a:r>
              <a:rPr lang="en-US" altLang="ko-KR" sz="1600" kern="0" dirty="0"/>
              <a:t>(UR)</a:t>
            </a:r>
          </a:p>
          <a:p>
            <a:pPr lvl="1"/>
            <a:r>
              <a:rPr lang="ko-KR" altLang="en-US" sz="1600" kern="0" dirty="0"/>
              <a:t>종소리를 들려주면 개는 반응이 없다</a:t>
            </a:r>
            <a:r>
              <a:rPr lang="en-US" altLang="ko-KR" sz="1600" kern="0" dirty="0"/>
              <a:t>.</a:t>
            </a:r>
          </a:p>
          <a:p>
            <a:pPr lvl="2"/>
            <a:r>
              <a:rPr lang="ko-KR" altLang="en-US" sz="1600" kern="0" dirty="0"/>
              <a:t>종소리</a:t>
            </a:r>
            <a:r>
              <a:rPr lang="en-US" altLang="ko-KR" sz="1600" kern="0" dirty="0"/>
              <a:t>:</a:t>
            </a:r>
            <a:r>
              <a:rPr lang="ko-KR" altLang="en-US" sz="1600" kern="0" dirty="0"/>
              <a:t> 어떤 반응도 이끌어내지 못하는 중성자극</a:t>
            </a:r>
            <a:r>
              <a:rPr lang="en-US" altLang="ko-KR" sz="1600" kern="0" dirty="0"/>
              <a:t>(NS)</a:t>
            </a:r>
          </a:p>
          <a:p>
            <a:pPr lvl="2"/>
            <a:endParaRPr lang="en-US" altLang="ko-KR" sz="1600" kern="0" dirty="0"/>
          </a:p>
          <a:p>
            <a:r>
              <a:rPr lang="ko-KR" altLang="en-US" sz="1800" kern="0" dirty="0"/>
              <a:t>조건형성 과정</a:t>
            </a:r>
            <a:r>
              <a:rPr lang="en-US" altLang="ko-KR" sz="1800" kern="0" dirty="0"/>
              <a:t>: </a:t>
            </a:r>
            <a:r>
              <a:rPr lang="ko-KR" altLang="en-US" sz="1800" kern="0" dirty="0"/>
              <a:t>무조건자극과 중성자극의 연합</a:t>
            </a:r>
          </a:p>
          <a:p>
            <a:pPr lvl="1"/>
            <a:r>
              <a:rPr lang="ko-KR" altLang="en-US" sz="1600" kern="0" dirty="0"/>
              <a:t>개에게 음식을 줄 때마다</a:t>
            </a:r>
            <a:r>
              <a:rPr lang="en-US" altLang="ko-KR" sz="1600" kern="0" dirty="0"/>
              <a:t>(US) </a:t>
            </a:r>
            <a:r>
              <a:rPr lang="ko-KR" altLang="en-US" sz="1600" kern="0" dirty="0"/>
              <a:t>반복적으로 종소리를 같이 들려준다</a:t>
            </a:r>
            <a:r>
              <a:rPr lang="en-US" altLang="ko-KR" sz="1600" kern="0" dirty="0"/>
              <a:t>(NS).</a:t>
            </a:r>
          </a:p>
          <a:p>
            <a:endParaRPr lang="en-US" altLang="ko-KR" sz="1800" kern="0" dirty="0"/>
          </a:p>
          <a:p>
            <a:r>
              <a:rPr lang="ko-KR" altLang="en-US" sz="1800" kern="0" dirty="0">
                <a:solidFill>
                  <a:srgbClr val="0000FF"/>
                </a:solidFill>
              </a:rPr>
              <a:t>조건형성 이후</a:t>
            </a:r>
          </a:p>
          <a:p>
            <a:pPr lvl="1"/>
            <a:r>
              <a:rPr lang="ko-KR" altLang="en-US" sz="1600" kern="0" dirty="0">
                <a:solidFill>
                  <a:srgbClr val="0000FF"/>
                </a:solidFill>
              </a:rPr>
              <a:t>중성자극인 종소리</a:t>
            </a:r>
            <a:r>
              <a:rPr lang="en-US" altLang="ko-KR" sz="1600" kern="0" dirty="0">
                <a:solidFill>
                  <a:srgbClr val="0000FF"/>
                </a:solidFill>
              </a:rPr>
              <a:t>(NS)</a:t>
            </a:r>
            <a:r>
              <a:rPr lang="ko-KR" altLang="en-US" sz="1600" kern="0" dirty="0">
                <a:solidFill>
                  <a:srgbClr val="0000FF"/>
                </a:solidFill>
              </a:rPr>
              <a:t>만 들려주어도 침을 흘리게 된다</a:t>
            </a:r>
            <a:r>
              <a:rPr lang="en-US" altLang="ko-KR" sz="1600" kern="0" dirty="0">
                <a:solidFill>
                  <a:srgbClr val="0000FF"/>
                </a:solidFill>
              </a:rPr>
              <a:t>.</a:t>
            </a:r>
          </a:p>
          <a:p>
            <a:pPr lvl="2"/>
            <a:r>
              <a:rPr lang="ko-KR" altLang="en-US" sz="1600" kern="0" dirty="0"/>
              <a:t>조건형성이 된 후의 </a:t>
            </a:r>
            <a:r>
              <a:rPr lang="ko-KR" altLang="en-US" sz="1600" kern="0" dirty="0">
                <a:solidFill>
                  <a:srgbClr val="FF0000"/>
                </a:solidFill>
              </a:rPr>
              <a:t>종소리는 조건자극</a:t>
            </a:r>
            <a:r>
              <a:rPr lang="en-US" altLang="ko-KR" sz="1600" kern="0" dirty="0">
                <a:solidFill>
                  <a:srgbClr val="FF0000"/>
                </a:solidFill>
              </a:rPr>
              <a:t>(CS) </a:t>
            </a:r>
          </a:p>
          <a:p>
            <a:pPr lvl="2"/>
            <a:r>
              <a:rPr lang="ko-KR" altLang="en-US" sz="1600" kern="0" dirty="0"/>
              <a:t>조건형성이 된 후에 </a:t>
            </a:r>
            <a:r>
              <a:rPr lang="ko-KR" altLang="en-US" sz="1600" kern="0" dirty="0">
                <a:solidFill>
                  <a:srgbClr val="FF0000"/>
                </a:solidFill>
              </a:rPr>
              <a:t>침을 흘리는 반사는 조건반응</a:t>
            </a:r>
            <a:r>
              <a:rPr lang="en-US" altLang="ko-KR" sz="1600" kern="0" dirty="0">
                <a:solidFill>
                  <a:srgbClr val="FF0000"/>
                </a:solidFill>
              </a:rPr>
              <a:t>(CR)</a:t>
            </a:r>
          </a:p>
          <a:p>
            <a:pPr marL="0" indent="0">
              <a:buNone/>
            </a:pPr>
            <a:endParaRPr lang="en-US" altLang="ko-KR" sz="2000" kern="0" dirty="0"/>
          </a:p>
        </p:txBody>
      </p:sp>
      <p:sp>
        <p:nvSpPr>
          <p:cNvPr id="9" name="제목 2">
            <a:extLst>
              <a:ext uri="{FF2B5EF4-FFF2-40B4-BE49-F238E27FC236}">
                <a16:creationId xmlns:a16="http://schemas.microsoft.com/office/drawing/2014/main" id="{7240F7DF-0680-4E4B-9CDF-262B9ED74B29}"/>
              </a:ext>
            </a:extLst>
          </p:cNvPr>
          <p:cNvSpPr>
            <a:spLocks noGrp="1"/>
          </p:cNvSpPr>
          <p:nvPr>
            <p:ph type="title"/>
          </p:nvPr>
        </p:nvSpPr>
        <p:spPr>
          <a:xfrm>
            <a:off x="5" y="-99392"/>
            <a:ext cx="9143996" cy="597886"/>
          </a:xfrm>
        </p:spPr>
        <p:txBody>
          <a:bodyPr/>
          <a:lstStyle/>
          <a:p>
            <a:br>
              <a:rPr lang="en-US" altLang="ko-KR" dirty="0"/>
            </a:br>
            <a:r>
              <a:rPr lang="ko-KR" altLang="en-US" dirty="0"/>
              <a:t>파블로프의 개</a:t>
            </a:r>
            <a:r>
              <a:rPr lang="en-US" altLang="ko-KR" dirty="0"/>
              <a:t>(1897): </a:t>
            </a:r>
            <a:r>
              <a:rPr lang="ko-KR" altLang="en-US" dirty="0"/>
              <a:t>고전적 조건 형성 실험</a:t>
            </a:r>
            <a:br>
              <a:rPr lang="en-US" altLang="ko-KR" dirty="0"/>
            </a:br>
            <a:r>
              <a:rPr lang="en-US" altLang="ko-KR" sz="2400" dirty="0"/>
              <a:t>Pavlov’s Dog (or Pavlovian): Classical Conditioning</a:t>
            </a:r>
            <a:endParaRPr lang="ko-KR" altLang="en-US" sz="2400" dirty="0"/>
          </a:p>
        </p:txBody>
      </p:sp>
    </p:spTree>
    <p:extLst>
      <p:ext uri="{BB962C8B-B14F-4D97-AF65-F5344CB8AC3E}">
        <p14:creationId xmlns:p14="http://schemas.microsoft.com/office/powerpoint/2010/main" val="92964114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50DD6673-4CBC-4B89-8901-FECCC99F5C6B}"/>
              </a:ext>
            </a:extLst>
          </p:cNvPr>
          <p:cNvSpPr>
            <a:spLocks noGrp="1"/>
          </p:cNvSpPr>
          <p:nvPr>
            <p:ph idx="1"/>
          </p:nvPr>
        </p:nvSpPr>
        <p:spPr>
          <a:xfrm>
            <a:off x="251520" y="1161185"/>
            <a:ext cx="8764048" cy="3203919"/>
          </a:xfrm>
        </p:spPr>
        <p:txBody>
          <a:bodyPr/>
          <a:lstStyle/>
          <a:p>
            <a:r>
              <a:rPr lang="ko-KR" altLang="en-US" sz="1800" dirty="0"/>
              <a:t>제</a:t>
            </a:r>
            <a:r>
              <a:rPr lang="en-US" altLang="ko-KR" sz="1800" dirty="0"/>
              <a:t>2</a:t>
            </a:r>
            <a:r>
              <a:rPr lang="ko-KR" altLang="en-US" sz="1800" dirty="0"/>
              <a:t>차 세계 대전</a:t>
            </a:r>
            <a:r>
              <a:rPr lang="en-US" altLang="ko-KR" sz="1800" dirty="0"/>
              <a:t>(1939-1945) </a:t>
            </a:r>
            <a:r>
              <a:rPr lang="ko-KR" altLang="en-US" sz="1800" dirty="0"/>
              <a:t>기간 중 </a:t>
            </a:r>
            <a:r>
              <a:rPr lang="en-US" altLang="ko-KR" sz="1800" dirty="0"/>
              <a:t>1941-1942 </a:t>
            </a:r>
            <a:r>
              <a:rPr lang="ko-KR" altLang="en-US" sz="1800" dirty="0"/>
              <a:t>에 사용</a:t>
            </a:r>
            <a:r>
              <a:rPr lang="en-US" altLang="ko-KR" sz="1800" dirty="0"/>
              <a:t> (</a:t>
            </a:r>
            <a:r>
              <a:rPr lang="ko-KR" altLang="en-US" sz="1800" dirty="0"/>
              <a:t>소련이 나치군에게</a:t>
            </a:r>
            <a:r>
              <a:rPr lang="en-US" altLang="ko-KR" sz="1800" dirty="0"/>
              <a:t>)</a:t>
            </a:r>
          </a:p>
          <a:p>
            <a:r>
              <a:rPr lang="ko-KR" altLang="en-US" sz="1800" dirty="0"/>
              <a:t>탱크를 무력화시키기 위해 파블로프의 조건반사를 이용하여 훈련시킨 개</a:t>
            </a:r>
            <a:r>
              <a:rPr lang="en-US" altLang="ko-KR" sz="1800" dirty="0"/>
              <a:t> </a:t>
            </a:r>
          </a:p>
          <a:p>
            <a:r>
              <a:rPr lang="ko-KR" altLang="en-US" sz="1800" dirty="0"/>
              <a:t>개의 등에 폭탄을 묶어 놓고 개가 적군의 탱크 밑으로 들어가면 폭탄이 터지도록 장치를 하는 것</a:t>
            </a:r>
            <a:r>
              <a:rPr lang="en-US" altLang="ko-KR" sz="1800" dirty="0"/>
              <a:t> </a:t>
            </a:r>
          </a:p>
          <a:p>
            <a:r>
              <a:rPr lang="ko-KR" altLang="en-US" sz="1800" dirty="0"/>
              <a:t>실제 운용에는 어려움이 있었다</a:t>
            </a:r>
            <a:r>
              <a:rPr lang="en-US" altLang="ko-KR" sz="1800" dirty="0"/>
              <a:t>. </a:t>
            </a:r>
          </a:p>
          <a:p>
            <a:pPr lvl="1"/>
            <a:r>
              <a:rPr lang="ko-KR" altLang="en-US" sz="1800" dirty="0"/>
              <a:t>소련군의 탱크를 이용해서 훈련</a:t>
            </a:r>
            <a:endParaRPr lang="en-US" altLang="ko-KR" sz="1800" dirty="0"/>
          </a:p>
          <a:p>
            <a:pPr lvl="1"/>
            <a:r>
              <a:rPr lang="ko-KR" altLang="en-US" sz="1800" dirty="0"/>
              <a:t>개가 소련군 탱크로 </a:t>
            </a:r>
            <a:r>
              <a:rPr lang="en-US" altLang="ko-KR" sz="1800" dirty="0"/>
              <a:t> </a:t>
            </a:r>
            <a:r>
              <a:rPr lang="ko-KR" altLang="en-US" sz="1800" dirty="0"/>
              <a:t>달려가는 일이 많았다</a:t>
            </a:r>
            <a:r>
              <a:rPr lang="en-US" altLang="ko-KR" sz="1800" dirty="0"/>
              <a:t>.</a:t>
            </a:r>
          </a:p>
          <a:p>
            <a:pPr lvl="1"/>
            <a:r>
              <a:rPr lang="ko-KR" altLang="en-US" sz="1800" dirty="0"/>
              <a:t>움직이는 탱크 밑으로 들어가려고 하지 않는 개가 많았다</a:t>
            </a:r>
            <a:r>
              <a:rPr lang="en-US" altLang="ko-KR" sz="1800" dirty="0"/>
              <a:t>. </a:t>
            </a:r>
          </a:p>
          <a:p>
            <a:pPr lvl="1"/>
            <a:r>
              <a:rPr lang="ko-KR" altLang="en-US" sz="1800" dirty="0"/>
              <a:t>나치군이 자폭견에 대해서 알게 된 후 개들을 보이는 즉시 사살명령</a:t>
            </a:r>
            <a:endParaRPr lang="en-US" altLang="ko-KR" sz="1800" dirty="0"/>
          </a:p>
          <a:p>
            <a:pPr lvl="1"/>
            <a:r>
              <a:rPr lang="ko-KR" altLang="en-US" sz="2000" i="1" dirty="0">
                <a:solidFill>
                  <a:srgbClr val="FF0000"/>
                </a:solidFill>
              </a:rPr>
              <a:t>소련군 탱크는 경유를 연료로 사용</a:t>
            </a:r>
            <a:r>
              <a:rPr lang="en-US" altLang="ko-KR" sz="2000" i="1" dirty="0">
                <a:solidFill>
                  <a:srgbClr val="FF0000"/>
                </a:solidFill>
              </a:rPr>
              <a:t>. </a:t>
            </a:r>
            <a:r>
              <a:rPr lang="ko-KR" altLang="en-US" sz="2000" i="1" dirty="0" err="1">
                <a:solidFill>
                  <a:srgbClr val="FF0000"/>
                </a:solidFill>
              </a:rPr>
              <a:t>나치는</a:t>
            </a:r>
            <a:r>
              <a:rPr lang="ko-KR" altLang="en-US" sz="2000" i="1" dirty="0">
                <a:solidFill>
                  <a:srgbClr val="FF0000"/>
                </a:solidFill>
              </a:rPr>
              <a:t> 휘발류를 연료로 사용</a:t>
            </a:r>
            <a:r>
              <a:rPr lang="en-US" altLang="ko-KR" sz="2000" i="1" dirty="0">
                <a:solidFill>
                  <a:srgbClr val="FF0000"/>
                </a:solidFill>
              </a:rPr>
              <a:t>. </a:t>
            </a:r>
          </a:p>
          <a:p>
            <a:pPr lvl="1"/>
            <a:endParaRPr lang="en-US" altLang="ko-KR" sz="1800" dirty="0"/>
          </a:p>
        </p:txBody>
      </p:sp>
      <p:sp>
        <p:nvSpPr>
          <p:cNvPr id="3" name="제목 2">
            <a:extLst>
              <a:ext uri="{FF2B5EF4-FFF2-40B4-BE49-F238E27FC236}">
                <a16:creationId xmlns:a16="http://schemas.microsoft.com/office/drawing/2014/main" id="{74505CB9-4228-4EE9-A29C-1244AD708987}"/>
              </a:ext>
            </a:extLst>
          </p:cNvPr>
          <p:cNvSpPr>
            <a:spLocks noGrp="1"/>
          </p:cNvSpPr>
          <p:nvPr>
            <p:ph type="title"/>
          </p:nvPr>
        </p:nvSpPr>
        <p:spPr>
          <a:xfrm>
            <a:off x="4" y="260648"/>
            <a:ext cx="9143996" cy="597886"/>
          </a:xfrm>
        </p:spPr>
        <p:txBody>
          <a:bodyPr/>
          <a:lstStyle/>
          <a:p>
            <a:r>
              <a:rPr lang="ko-KR" altLang="en-US" dirty="0">
                <a:solidFill>
                  <a:srgbClr val="FF0000"/>
                </a:solidFill>
                <a:effectLst/>
              </a:rPr>
              <a:t>대전차견</a:t>
            </a:r>
            <a:r>
              <a:rPr lang="en-US" altLang="ko-KR" b="0" dirty="0">
                <a:effectLst/>
              </a:rPr>
              <a:t>(</a:t>
            </a:r>
            <a:r>
              <a:rPr lang="ko-KR" altLang="en-US" b="0" dirty="0">
                <a:effectLst/>
              </a:rPr>
              <a:t>對戰車犬</a:t>
            </a:r>
            <a:r>
              <a:rPr lang="en-US" altLang="ko-KR" b="0" dirty="0">
                <a:effectLst/>
              </a:rPr>
              <a:t>, anti-tank dog): </a:t>
            </a:r>
            <a:r>
              <a:rPr lang="en-US" altLang="ko-KR" b="0" dirty="0">
                <a:solidFill>
                  <a:srgbClr val="FF0000"/>
                </a:solidFill>
                <a:effectLst/>
              </a:rPr>
              <a:t>AI </a:t>
            </a:r>
            <a:r>
              <a:rPr lang="ko-KR" altLang="en-US" b="0" dirty="0" err="1">
                <a:solidFill>
                  <a:srgbClr val="FF0000"/>
                </a:solidFill>
                <a:effectLst/>
              </a:rPr>
              <a:t>학습시</a:t>
            </a:r>
            <a:r>
              <a:rPr lang="ko-KR" altLang="en-US" b="0" dirty="0">
                <a:solidFill>
                  <a:srgbClr val="FF0000"/>
                </a:solidFill>
                <a:effectLst/>
              </a:rPr>
              <a:t> 주의</a:t>
            </a:r>
            <a:br>
              <a:rPr lang="en-US" altLang="ko-KR" b="0" dirty="0">
                <a:effectLst/>
              </a:rPr>
            </a:br>
            <a:r>
              <a:rPr lang="en-US" altLang="ko-KR" sz="1800" dirty="0">
                <a:hlinkClick r:id="rId2"/>
              </a:rPr>
              <a:t>https://www.youtube.com/watch?v=9n-JyUV1gzo</a:t>
            </a:r>
            <a:br>
              <a:rPr lang="en-US" altLang="ko-KR" sz="1200" dirty="0"/>
            </a:br>
            <a:r>
              <a:rPr lang="en-US" altLang="ko-KR" sz="2000" b="0" dirty="0">
                <a:effectLst/>
              </a:rPr>
              <a:t>The Exploding Anti-Tank Dogs of World War II</a:t>
            </a:r>
            <a:endParaRPr lang="ko-KR" altLang="en-US" dirty="0"/>
          </a:p>
        </p:txBody>
      </p:sp>
      <p:sp>
        <p:nvSpPr>
          <p:cNvPr id="4" name="슬라이드 번호 개체 틀 3">
            <a:extLst>
              <a:ext uri="{FF2B5EF4-FFF2-40B4-BE49-F238E27FC236}">
                <a16:creationId xmlns:a16="http://schemas.microsoft.com/office/drawing/2014/main" id="{CA6AB8E6-1A37-473E-97D8-E1E902BA25AA}"/>
              </a:ext>
            </a:extLst>
          </p:cNvPr>
          <p:cNvSpPr>
            <a:spLocks noGrp="1"/>
          </p:cNvSpPr>
          <p:nvPr>
            <p:ph type="sldNum" sz="quarter" idx="4"/>
          </p:nvPr>
        </p:nvSpPr>
        <p:spPr/>
        <p:txBody>
          <a:bodyPr/>
          <a:lstStyle/>
          <a:p>
            <a:fld id="{08D006B4-DD64-43B7-816D-351BE851D9DC}" type="slidenum">
              <a:rPr lang="en-US" altLang="ko-KR" smtClean="0"/>
              <a:pPr/>
              <a:t>13</a:t>
            </a:fld>
            <a:endParaRPr lang="en-US" dirty="0"/>
          </a:p>
        </p:txBody>
      </p:sp>
      <p:pic>
        <p:nvPicPr>
          <p:cNvPr id="12290" name="Picture 2">
            <a:extLst>
              <a:ext uri="{FF2B5EF4-FFF2-40B4-BE49-F238E27FC236}">
                <a16:creationId xmlns:a16="http://schemas.microsoft.com/office/drawing/2014/main" id="{265761D7-2D55-48BB-BCB9-040BDEC483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4797152"/>
            <a:ext cx="2549800" cy="194536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Anti-Tank Dog Mine">
            <a:extLst>
              <a:ext uri="{FF2B5EF4-FFF2-40B4-BE49-F238E27FC236}">
                <a16:creationId xmlns:a16="http://schemas.microsoft.com/office/drawing/2014/main" id="{38CC2482-D6BC-4F46-9284-97CE069296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35934" y="4821882"/>
            <a:ext cx="2944378" cy="1792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731621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C155819C-60CB-43E9-A9BD-11B7E9BD5674}"/>
              </a:ext>
            </a:extLst>
          </p:cNvPr>
          <p:cNvSpPr>
            <a:spLocks noGrp="1"/>
          </p:cNvSpPr>
          <p:nvPr>
            <p:ph idx="1"/>
          </p:nvPr>
        </p:nvSpPr>
        <p:spPr>
          <a:xfrm>
            <a:off x="589757" y="1052736"/>
            <a:ext cx="7964487" cy="4724400"/>
          </a:xfrm>
        </p:spPr>
        <p:txBody>
          <a:bodyPr/>
          <a:lstStyle/>
          <a:p>
            <a:r>
              <a:rPr lang="ko-KR" altLang="en-US" sz="2000" b="0" dirty="0" err="1">
                <a:hlinkClick r:id="rId2" tooltip="마티아스 야코프 슐라이덴"/>
              </a:rPr>
              <a:t>슐라이덴</a:t>
            </a:r>
            <a:r>
              <a:rPr lang="en-US" altLang="ko-KR" sz="2000" b="0" dirty="0"/>
              <a:t>(Matthias Jakob Schleiden, 1804~1881)</a:t>
            </a:r>
            <a:r>
              <a:rPr lang="ko-KR" altLang="en-US" sz="2000" b="0" dirty="0"/>
              <a:t>과 </a:t>
            </a:r>
            <a:r>
              <a:rPr lang="ko-KR" altLang="en-US" sz="2000" b="0" dirty="0" err="1">
                <a:hlinkClick r:id="rId3" tooltip="테오도어 슈반"/>
              </a:rPr>
              <a:t>슈반</a:t>
            </a:r>
            <a:r>
              <a:rPr lang="en-US" altLang="ko-KR" sz="2000" b="0" dirty="0"/>
              <a:t>(</a:t>
            </a:r>
            <a:r>
              <a:rPr lang="de-DE" altLang="ko-KR" sz="2000" b="0" dirty="0"/>
              <a:t>Theodor Schwann, 1810-1882</a:t>
            </a:r>
            <a:r>
              <a:rPr lang="en-US" altLang="ko-KR" sz="2000" b="0" dirty="0"/>
              <a:t>)</a:t>
            </a:r>
            <a:r>
              <a:rPr lang="ko-KR" altLang="en-US" sz="2000" b="0" dirty="0"/>
              <a:t>은 세포를 생물의 기본 단위이자 발생 단위로 여기는 세포 이론을 제시하였다</a:t>
            </a:r>
            <a:r>
              <a:rPr lang="en-US" altLang="ko-KR" sz="2000" b="0" dirty="0"/>
              <a:t>.</a:t>
            </a:r>
            <a:endParaRPr lang="en-US" altLang="ko-KR" sz="2000" b="0" baseline="30000" dirty="0"/>
          </a:p>
          <a:p>
            <a:pPr lvl="1"/>
            <a:r>
              <a:rPr lang="ko-KR" altLang="en-US" sz="2000" dirty="0">
                <a:solidFill>
                  <a:srgbClr val="FF0000"/>
                </a:solidFill>
              </a:rPr>
              <a:t>세포설 </a:t>
            </a:r>
            <a:r>
              <a:rPr lang="en-US" altLang="ko-KR" sz="2000" dirty="0">
                <a:solidFill>
                  <a:srgbClr val="FF0000"/>
                </a:solidFill>
              </a:rPr>
              <a:t>(1839)</a:t>
            </a:r>
            <a:endParaRPr lang="ko-KR" altLang="en-US" sz="2000" dirty="0">
              <a:solidFill>
                <a:srgbClr val="FF0000"/>
              </a:solidFill>
            </a:endParaRPr>
          </a:p>
          <a:p>
            <a:endParaRPr lang="en-US" altLang="ko-KR" sz="2000" b="0" dirty="0"/>
          </a:p>
          <a:p>
            <a:r>
              <a:rPr lang="en-US" altLang="ko-KR" sz="2000" b="0" dirty="0"/>
              <a:t>1838</a:t>
            </a:r>
            <a:r>
              <a:rPr lang="ko-KR" altLang="en-US" sz="2000" b="0" dirty="0"/>
              <a:t>년 </a:t>
            </a:r>
            <a:r>
              <a:rPr lang="ko-KR" altLang="en-US" sz="2000" b="0" dirty="0" err="1"/>
              <a:t>슐라이덴은</a:t>
            </a:r>
            <a:r>
              <a:rPr lang="ko-KR" altLang="en-US" sz="2000" b="0" dirty="0"/>
              <a:t> 식물의 모든 부분이 세포나 세포의 부산물로 이루어져 있다고 제안하였고</a:t>
            </a:r>
            <a:r>
              <a:rPr lang="en-US" altLang="ko-KR" sz="2000" b="0" dirty="0"/>
              <a:t>, </a:t>
            </a:r>
            <a:r>
              <a:rPr lang="ko-KR" altLang="en-US" sz="2000" b="0" dirty="0"/>
              <a:t>또한 마치 광물의 결정처럼 세포의 결합 구조에 의해 생물의 외부 형태가 결정된다고 제안하였다</a:t>
            </a:r>
            <a:r>
              <a:rPr lang="en-US" altLang="ko-KR" sz="2000" b="0" dirty="0"/>
              <a:t>.</a:t>
            </a:r>
          </a:p>
          <a:p>
            <a:pPr lvl="1"/>
            <a:endParaRPr lang="en-US" altLang="ko-KR" sz="1800" b="0" dirty="0"/>
          </a:p>
          <a:p>
            <a:r>
              <a:rPr lang="en-US" altLang="ko-KR" sz="2000" b="0" dirty="0"/>
              <a:t>1839</a:t>
            </a:r>
            <a:r>
              <a:rPr lang="ko-KR" altLang="en-US" sz="2000" b="0" dirty="0"/>
              <a:t>년 </a:t>
            </a:r>
            <a:r>
              <a:rPr lang="ko-KR" altLang="en-US" sz="2000" b="0" dirty="0" err="1"/>
              <a:t>슈반은</a:t>
            </a:r>
            <a:r>
              <a:rPr lang="ko-KR" altLang="en-US" sz="2000" b="0" dirty="0"/>
              <a:t> 식물 뿐만이 아니라 동물 역시 세포로 이루어져 있으며</a:t>
            </a:r>
            <a:r>
              <a:rPr lang="en-US" altLang="ko-KR" sz="2000" b="0" dirty="0"/>
              <a:t>, </a:t>
            </a:r>
            <a:r>
              <a:rPr lang="ko-KR" altLang="en-US" sz="2000" b="0" dirty="0"/>
              <a:t>모든 생물은 세포로 이루어져 있다고 주장하였다</a:t>
            </a:r>
            <a:r>
              <a:rPr lang="en-US" altLang="ko-KR" sz="2000" b="0" dirty="0"/>
              <a:t>.</a:t>
            </a:r>
          </a:p>
          <a:p>
            <a:endParaRPr lang="en-US" altLang="ko-KR" sz="2000" b="0" dirty="0"/>
          </a:p>
          <a:p>
            <a:r>
              <a:rPr lang="ko-KR" altLang="en-US" sz="2000" b="0" dirty="0">
                <a:solidFill>
                  <a:srgbClr val="FF0000"/>
                </a:solidFill>
              </a:rPr>
              <a:t>세포설을 신경세포로 확장 불가</a:t>
            </a:r>
            <a:endParaRPr lang="en-US" altLang="ko-KR" sz="2000" b="0" dirty="0">
              <a:solidFill>
                <a:srgbClr val="FF0000"/>
              </a:solidFill>
            </a:endParaRPr>
          </a:p>
          <a:p>
            <a:pPr lvl="1"/>
            <a:r>
              <a:rPr lang="ko-KR" altLang="en-US" sz="1850" b="0" dirty="0">
                <a:solidFill>
                  <a:srgbClr val="FF0000"/>
                </a:solidFill>
              </a:rPr>
              <a:t>현미경의 성능한계로 신경세포의 미세한 조직까지 관찰 불가능</a:t>
            </a:r>
            <a:r>
              <a:rPr lang="en-US" altLang="ko-KR" sz="1850" b="0" dirty="0">
                <a:solidFill>
                  <a:srgbClr val="FF0000"/>
                </a:solidFill>
              </a:rPr>
              <a:t>.</a:t>
            </a:r>
          </a:p>
        </p:txBody>
      </p:sp>
      <p:sp>
        <p:nvSpPr>
          <p:cNvPr id="3" name="제목 2">
            <a:extLst>
              <a:ext uri="{FF2B5EF4-FFF2-40B4-BE49-F238E27FC236}">
                <a16:creationId xmlns:a16="http://schemas.microsoft.com/office/drawing/2014/main" id="{E851E6CF-BD53-45DE-B96D-87ECBDA9CA91}"/>
              </a:ext>
            </a:extLst>
          </p:cNvPr>
          <p:cNvSpPr>
            <a:spLocks noGrp="1"/>
          </p:cNvSpPr>
          <p:nvPr>
            <p:ph type="title"/>
          </p:nvPr>
        </p:nvSpPr>
        <p:spPr/>
        <p:txBody>
          <a:bodyPr/>
          <a:lstStyle/>
          <a:p>
            <a:r>
              <a:rPr lang="ko-KR" altLang="en-US" dirty="0"/>
              <a:t>세포이론</a:t>
            </a:r>
          </a:p>
        </p:txBody>
      </p:sp>
      <p:sp>
        <p:nvSpPr>
          <p:cNvPr id="4" name="슬라이드 번호 개체 틀 3">
            <a:extLst>
              <a:ext uri="{FF2B5EF4-FFF2-40B4-BE49-F238E27FC236}">
                <a16:creationId xmlns:a16="http://schemas.microsoft.com/office/drawing/2014/main" id="{73FB75BE-0A53-4013-9F9E-42737B89362A}"/>
              </a:ext>
            </a:extLst>
          </p:cNvPr>
          <p:cNvSpPr>
            <a:spLocks noGrp="1"/>
          </p:cNvSpPr>
          <p:nvPr>
            <p:ph type="sldNum" sz="quarter" idx="4"/>
          </p:nvPr>
        </p:nvSpPr>
        <p:spPr/>
        <p:txBody>
          <a:bodyPr/>
          <a:lstStyle/>
          <a:p>
            <a:fld id="{08D006B4-DD64-43B7-816D-351BE851D9DC}" type="slidenum">
              <a:rPr lang="en-US" altLang="ko-KR" smtClean="0"/>
              <a:pPr/>
              <a:t>14</a:t>
            </a:fld>
            <a:endParaRPr lang="en-US" dirty="0"/>
          </a:p>
        </p:txBody>
      </p:sp>
    </p:spTree>
    <p:extLst>
      <p:ext uri="{BB962C8B-B14F-4D97-AF65-F5344CB8AC3E}">
        <p14:creationId xmlns:p14="http://schemas.microsoft.com/office/powerpoint/2010/main" val="79955950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60045990-240F-421A-B257-48871BAE21C0}"/>
              </a:ext>
            </a:extLst>
          </p:cNvPr>
          <p:cNvSpPr>
            <a:spLocks noGrp="1"/>
          </p:cNvSpPr>
          <p:nvPr>
            <p:ph idx="1"/>
          </p:nvPr>
        </p:nvSpPr>
        <p:spPr>
          <a:xfrm>
            <a:off x="323528" y="681091"/>
            <a:ext cx="8424936" cy="4724400"/>
          </a:xfrm>
        </p:spPr>
        <p:txBody>
          <a:bodyPr/>
          <a:lstStyle/>
          <a:p>
            <a:r>
              <a:rPr lang="en-US" altLang="ko-KR" sz="1600" dirty="0">
                <a:solidFill>
                  <a:srgbClr val="FF0000"/>
                </a:solidFill>
              </a:rPr>
              <a:t>1890</a:t>
            </a:r>
            <a:r>
              <a:rPr lang="ko-KR" altLang="en-US" sz="1600" dirty="0"/>
              <a:t>년대</a:t>
            </a:r>
            <a:r>
              <a:rPr lang="en-US" altLang="ko-KR" sz="1600" dirty="0"/>
              <a:t>: </a:t>
            </a:r>
            <a:r>
              <a:rPr lang="ko-KR" altLang="en-US" sz="1600" dirty="0">
                <a:solidFill>
                  <a:srgbClr val="FF0000"/>
                </a:solidFill>
              </a:rPr>
              <a:t>골지</a:t>
            </a:r>
            <a:r>
              <a:rPr lang="en-US" altLang="ko-KR" sz="1600" dirty="0">
                <a:solidFill>
                  <a:srgbClr val="FF0000"/>
                </a:solidFill>
              </a:rPr>
              <a:t>(Camillo Golgi</a:t>
            </a:r>
            <a:r>
              <a:rPr lang="en-US" altLang="ko-KR" sz="1600" dirty="0"/>
              <a:t>, </a:t>
            </a:r>
            <a:r>
              <a:rPr lang="ko-KR" altLang="en-US" sz="1600" dirty="0"/>
              <a:t>이탈리아</a:t>
            </a:r>
            <a:r>
              <a:rPr lang="en-US" altLang="ko-KR" sz="1600" dirty="0"/>
              <a:t>)</a:t>
            </a:r>
            <a:r>
              <a:rPr lang="ko-KR" altLang="en-US" sz="1600" dirty="0"/>
              <a:t>가 은 염색법을 개발</a:t>
            </a:r>
            <a:endParaRPr lang="en-US" altLang="ko-KR" sz="1600" dirty="0"/>
          </a:p>
          <a:p>
            <a:pPr lvl="1"/>
            <a:r>
              <a:rPr lang="ko-KR" altLang="en-US" sz="1450" dirty="0"/>
              <a:t>은 염색법은</a:t>
            </a:r>
            <a:r>
              <a:rPr lang="en-US" altLang="ko-KR" sz="1450" dirty="0"/>
              <a:t> </a:t>
            </a:r>
            <a:r>
              <a:rPr lang="ko-KR" altLang="en-US" sz="1450" dirty="0" err="1"/>
              <a:t>크롬산</a:t>
            </a:r>
            <a:r>
              <a:rPr lang="ko-KR" altLang="en-US" sz="1450" dirty="0"/>
              <a:t> 은</a:t>
            </a:r>
            <a:r>
              <a:rPr lang="en-US" altLang="ko-KR" sz="1450" dirty="0"/>
              <a:t>(silver chromate)</a:t>
            </a:r>
            <a:r>
              <a:rPr lang="ko-KR" altLang="en-US" sz="1450" dirty="0"/>
              <a:t>염을 이용하여 개별 뉴런의 구조를 잘 드러냄</a:t>
            </a:r>
            <a:r>
              <a:rPr lang="en-US" altLang="ko-KR" sz="1450" dirty="0"/>
              <a:t>. </a:t>
            </a:r>
          </a:p>
          <a:p>
            <a:r>
              <a:rPr lang="ko-KR" altLang="en-US" sz="1600" dirty="0">
                <a:solidFill>
                  <a:srgbClr val="FF0000"/>
                </a:solidFill>
              </a:rPr>
              <a:t>산티아고 라몬 이 </a:t>
            </a:r>
            <a:r>
              <a:rPr lang="ko-KR" altLang="en-US" sz="1600" dirty="0" err="1">
                <a:solidFill>
                  <a:srgbClr val="FF0000"/>
                </a:solidFill>
              </a:rPr>
              <a:t>카할</a:t>
            </a:r>
            <a:r>
              <a:rPr lang="en-US" altLang="ko-KR" sz="1600" dirty="0">
                <a:solidFill>
                  <a:srgbClr val="FF0000"/>
                </a:solidFill>
              </a:rPr>
              <a:t>(Santiago Ramón y </a:t>
            </a:r>
            <a:r>
              <a:rPr lang="en-US" altLang="ko-KR" sz="1600" dirty="0" err="1">
                <a:solidFill>
                  <a:srgbClr val="FF0000"/>
                </a:solidFill>
              </a:rPr>
              <a:t>Cajal</a:t>
            </a:r>
            <a:r>
              <a:rPr lang="en-US" altLang="ko-KR" sz="1600" dirty="0"/>
              <a:t>, </a:t>
            </a:r>
            <a:r>
              <a:rPr lang="ko-KR" altLang="en-US" sz="1600" dirty="0"/>
              <a:t>스페인</a:t>
            </a:r>
            <a:r>
              <a:rPr lang="en-US" altLang="ko-KR" sz="1600" dirty="0"/>
              <a:t>)</a:t>
            </a:r>
            <a:r>
              <a:rPr lang="ko-KR" altLang="en-US" sz="1600" dirty="0"/>
              <a:t>은 이 기술을 이용하여 </a:t>
            </a:r>
            <a:r>
              <a:rPr lang="en-US" altLang="ko-KR" sz="1600" dirty="0"/>
              <a:t>'</a:t>
            </a:r>
            <a:r>
              <a:rPr lang="ko-KR" altLang="en-US" sz="1600" dirty="0"/>
              <a:t>뇌의 기능적 단위는 </a:t>
            </a:r>
            <a:r>
              <a:rPr lang="ko-KR" altLang="en-US" sz="1600" dirty="0" err="1"/>
              <a:t>뉴런＇이라는</a:t>
            </a:r>
            <a:r>
              <a:rPr lang="ko-KR" altLang="en-US" sz="1600" dirty="0"/>
              <a:t> </a:t>
            </a:r>
            <a:r>
              <a:rPr lang="ko-KR" altLang="en-US" sz="1600" dirty="0">
                <a:solidFill>
                  <a:srgbClr val="0000FF"/>
                </a:solidFill>
              </a:rPr>
              <a:t>뉴런독트린</a:t>
            </a:r>
            <a:r>
              <a:rPr lang="en-US" altLang="ko-KR" sz="1600" dirty="0">
                <a:solidFill>
                  <a:srgbClr val="0000FF"/>
                </a:solidFill>
              </a:rPr>
              <a:t>(neuron doctrine)</a:t>
            </a:r>
            <a:r>
              <a:rPr lang="ko-KR" altLang="en-US" sz="1600" dirty="0">
                <a:solidFill>
                  <a:srgbClr val="0000FF"/>
                </a:solidFill>
              </a:rPr>
              <a:t>를 주장</a:t>
            </a:r>
            <a:r>
              <a:rPr lang="ko-KR" altLang="en-US" sz="1600" dirty="0"/>
              <a:t>하였다</a:t>
            </a:r>
            <a:r>
              <a:rPr lang="en-US" altLang="ko-KR" sz="1600" dirty="0"/>
              <a:t>.</a:t>
            </a:r>
          </a:p>
          <a:p>
            <a:r>
              <a:rPr lang="en-US" altLang="ko-KR" sz="1600" dirty="0">
                <a:solidFill>
                  <a:srgbClr val="FF0000"/>
                </a:solidFill>
              </a:rPr>
              <a:t>Golgi</a:t>
            </a:r>
            <a:r>
              <a:rPr lang="ko-KR" altLang="en-US" sz="1600" dirty="0">
                <a:solidFill>
                  <a:srgbClr val="FF0000"/>
                </a:solidFill>
              </a:rPr>
              <a:t>와 </a:t>
            </a:r>
            <a:r>
              <a:rPr lang="en-US" altLang="ko-KR" sz="1600" dirty="0" err="1">
                <a:solidFill>
                  <a:srgbClr val="FF0000"/>
                </a:solidFill>
              </a:rPr>
              <a:t>Cajal</a:t>
            </a:r>
            <a:r>
              <a:rPr lang="ko-KR" altLang="en-US" sz="1600" dirty="0"/>
              <a:t>은 뇌 곳곳의 뉴런을 관찰</a:t>
            </a:r>
            <a:r>
              <a:rPr lang="en-US" altLang="ko-KR" sz="1600" dirty="0"/>
              <a:t>, </a:t>
            </a:r>
            <a:r>
              <a:rPr lang="ko-KR" altLang="en-US" sz="1600" dirty="0"/>
              <a:t>묘사</a:t>
            </a:r>
            <a:r>
              <a:rPr lang="en-US" altLang="ko-KR" sz="1600" dirty="0"/>
              <a:t>, </a:t>
            </a:r>
            <a:r>
              <a:rPr lang="ko-KR" altLang="en-US" sz="1600" dirty="0"/>
              <a:t>분류</a:t>
            </a:r>
            <a:endParaRPr lang="en-US" altLang="ko-KR" sz="1600" dirty="0"/>
          </a:p>
          <a:p>
            <a:pPr lvl="1"/>
            <a:r>
              <a:rPr lang="en-US" altLang="ko-KR" sz="1600" dirty="0">
                <a:solidFill>
                  <a:srgbClr val="FF0000"/>
                </a:solidFill>
              </a:rPr>
              <a:t>1906</a:t>
            </a:r>
            <a:r>
              <a:rPr lang="ko-KR" altLang="en-US" sz="1600" dirty="0">
                <a:solidFill>
                  <a:srgbClr val="FF0000"/>
                </a:solidFill>
              </a:rPr>
              <a:t>년 노벨 생리학</a:t>
            </a:r>
            <a:r>
              <a:rPr lang="en-US" altLang="ko-KR" sz="1600" dirty="0">
                <a:solidFill>
                  <a:srgbClr val="FF0000"/>
                </a:solidFill>
              </a:rPr>
              <a:t>·</a:t>
            </a:r>
            <a:r>
              <a:rPr lang="ko-KR" altLang="en-US" sz="1600" dirty="0">
                <a:solidFill>
                  <a:srgbClr val="FF0000"/>
                </a:solidFill>
              </a:rPr>
              <a:t>의학상</a:t>
            </a:r>
            <a:r>
              <a:rPr lang="ko-KR" altLang="en-US" sz="1600" dirty="0"/>
              <a:t>을 수상하였다</a:t>
            </a:r>
            <a:r>
              <a:rPr lang="en-US" altLang="ko-KR" sz="1600" dirty="0"/>
              <a:t>. </a:t>
            </a:r>
          </a:p>
          <a:p>
            <a:r>
              <a:rPr lang="en-US" altLang="ko-KR" sz="1600" dirty="0"/>
              <a:t>19</a:t>
            </a:r>
            <a:r>
              <a:rPr lang="ko-KR" altLang="en-US" sz="1600" dirty="0"/>
              <a:t>세기 말</a:t>
            </a:r>
            <a:r>
              <a:rPr lang="en-US" altLang="ko-KR" sz="1600" dirty="0"/>
              <a:t>: </a:t>
            </a:r>
            <a:r>
              <a:rPr lang="ko-KR" altLang="en-US" sz="1600" dirty="0"/>
              <a:t>부아</a:t>
            </a:r>
            <a:r>
              <a:rPr lang="en-US" altLang="ko-KR" sz="1600" dirty="0"/>
              <a:t>-</a:t>
            </a:r>
            <a:r>
              <a:rPr lang="ko-KR" altLang="en-US" sz="1600" dirty="0" err="1"/>
              <a:t>레몽</a:t>
            </a:r>
            <a:r>
              <a:rPr lang="en-US" altLang="ko-KR" sz="1600" dirty="0"/>
              <a:t>(Emil du </a:t>
            </a:r>
            <a:r>
              <a:rPr lang="en-US" altLang="ko-KR" sz="1600" dirty="0" err="1"/>
              <a:t>Bois-Reymond</a:t>
            </a:r>
            <a:r>
              <a:rPr lang="en-US" altLang="ko-KR" sz="1600" dirty="0"/>
              <a:t>), </a:t>
            </a:r>
            <a:r>
              <a:rPr lang="ko-KR" altLang="en-US" sz="1600" dirty="0"/>
              <a:t>뮐러</a:t>
            </a:r>
            <a:r>
              <a:rPr lang="en-US" altLang="ko-KR" sz="1600" dirty="0"/>
              <a:t>(Johannes Peter Müller),</a:t>
            </a:r>
            <a:r>
              <a:rPr lang="ko-KR" altLang="en-US" sz="1600" dirty="0"/>
              <a:t>헬름홀츠</a:t>
            </a:r>
            <a:r>
              <a:rPr lang="en-US" altLang="ko-KR" sz="1600" dirty="0"/>
              <a:t>(Hermann von Helmholtz) </a:t>
            </a:r>
            <a:r>
              <a:rPr lang="ko-KR" altLang="en-US" sz="1600" dirty="0"/>
              <a:t>등은 뉴런이 흥분하여 인접한 뉴런의 전기적  상태에 영향을 미친다는 것 증명</a:t>
            </a:r>
            <a:endParaRPr lang="en-US" altLang="ko-KR" sz="1600" dirty="0"/>
          </a:p>
          <a:p>
            <a:r>
              <a:rPr lang="en-US" altLang="ko-KR" sz="1600" dirty="0">
                <a:solidFill>
                  <a:srgbClr val="FF0000"/>
                </a:solidFill>
              </a:rPr>
              <a:t>1939</a:t>
            </a:r>
            <a:r>
              <a:rPr lang="en-US" altLang="ko-KR" sz="1600" dirty="0"/>
              <a:t> (</a:t>
            </a:r>
            <a:r>
              <a:rPr lang="ko-KR" altLang="en-US" sz="1600" dirty="0"/>
              <a:t>세포설 후 </a:t>
            </a:r>
            <a:r>
              <a:rPr lang="en-US" altLang="ko-KR" sz="1600" dirty="0"/>
              <a:t>100</a:t>
            </a:r>
            <a:r>
              <a:rPr lang="ko-KR" altLang="en-US" sz="1600" dirty="0"/>
              <a:t>년</a:t>
            </a:r>
            <a:r>
              <a:rPr lang="en-US" altLang="ko-KR" sz="1600" dirty="0"/>
              <a:t>):</a:t>
            </a:r>
            <a:r>
              <a:rPr lang="en-US" altLang="ko-KR" sz="1600" dirty="0">
                <a:solidFill>
                  <a:srgbClr val="FF0000"/>
                </a:solidFill>
              </a:rPr>
              <a:t> </a:t>
            </a:r>
            <a:r>
              <a:rPr lang="en-US" altLang="ko-KR" sz="1600" dirty="0"/>
              <a:t>Cole &amp; Curtis,</a:t>
            </a:r>
            <a:r>
              <a:rPr lang="ko-KR" altLang="en-US" sz="1600" dirty="0"/>
              <a:t> 오징어의 거대 </a:t>
            </a:r>
            <a:r>
              <a:rPr lang="ko-KR" altLang="en-US" sz="1600" dirty="0" err="1"/>
              <a:t>신경축삭에서</a:t>
            </a:r>
            <a:r>
              <a:rPr lang="ko-KR" altLang="en-US" sz="1600" dirty="0"/>
              <a:t> </a:t>
            </a:r>
            <a:r>
              <a:rPr lang="ko-KR" altLang="en-US" sz="1600" dirty="0">
                <a:solidFill>
                  <a:srgbClr val="FF0000"/>
                </a:solidFill>
              </a:rPr>
              <a:t>신경충격전달 관찰</a:t>
            </a:r>
            <a:endParaRPr lang="en-US" altLang="ko-KR" sz="1600" dirty="0">
              <a:solidFill>
                <a:srgbClr val="FF0000"/>
              </a:solidFill>
            </a:endParaRPr>
          </a:p>
          <a:p>
            <a:r>
              <a:rPr lang="en-US" altLang="ko-KR" sz="1600" dirty="0">
                <a:solidFill>
                  <a:srgbClr val="FF0000"/>
                </a:solidFill>
              </a:rPr>
              <a:t>1952</a:t>
            </a:r>
            <a:r>
              <a:rPr lang="ko-KR" altLang="en-US" sz="1600" dirty="0"/>
              <a:t>년</a:t>
            </a:r>
            <a:r>
              <a:rPr lang="en-US" altLang="ko-KR" sz="1600" dirty="0"/>
              <a:t>, </a:t>
            </a:r>
            <a:r>
              <a:rPr lang="ko-KR" altLang="en-US" sz="1600" dirty="0" err="1"/>
              <a:t>호지킨</a:t>
            </a:r>
            <a:r>
              <a:rPr lang="en-US" altLang="ko-KR" sz="1600" dirty="0"/>
              <a:t>(Alan </a:t>
            </a:r>
            <a:r>
              <a:rPr lang="en-US" altLang="ko-KR" sz="1600" dirty="0" err="1"/>
              <a:t>LLoyd</a:t>
            </a:r>
            <a:r>
              <a:rPr lang="en-US" altLang="ko-KR" sz="1600" dirty="0"/>
              <a:t> Hodgkin)</a:t>
            </a:r>
            <a:r>
              <a:rPr lang="ko-KR" altLang="en-US" sz="1600" dirty="0"/>
              <a:t>과 헉슬리</a:t>
            </a:r>
            <a:r>
              <a:rPr lang="en-US" altLang="ko-KR" sz="1600" dirty="0"/>
              <a:t>(Andrew Huxley)</a:t>
            </a:r>
            <a:r>
              <a:rPr lang="ko-KR" altLang="en-US" sz="1600" dirty="0"/>
              <a:t>는 오징어의 거대 </a:t>
            </a:r>
            <a:r>
              <a:rPr lang="ko-KR" altLang="en-US" sz="1600" dirty="0" err="1"/>
              <a:t>축삭에서</a:t>
            </a:r>
            <a:r>
              <a:rPr lang="ko-KR" altLang="en-US" sz="1600" dirty="0"/>
              <a:t> </a:t>
            </a:r>
            <a:r>
              <a:rPr lang="ko-KR" altLang="en-US" sz="1600" dirty="0">
                <a:solidFill>
                  <a:srgbClr val="0000FF"/>
                </a:solidFill>
              </a:rPr>
              <a:t>활동전위가 발화되고 전달되는 수학적 모델</a:t>
            </a:r>
            <a:r>
              <a:rPr lang="en-US" altLang="ko-KR" sz="1600" dirty="0">
                <a:solidFill>
                  <a:srgbClr val="0000FF"/>
                </a:solidFill>
              </a:rPr>
              <a:t>(</a:t>
            </a:r>
            <a:r>
              <a:rPr lang="ko-KR" altLang="en-US" sz="1600" dirty="0" err="1">
                <a:solidFill>
                  <a:srgbClr val="0000FF"/>
                </a:solidFill>
              </a:rPr>
              <a:t>호지킨</a:t>
            </a:r>
            <a:r>
              <a:rPr lang="en-US" altLang="ko-KR" sz="1600" dirty="0">
                <a:solidFill>
                  <a:srgbClr val="0000FF"/>
                </a:solidFill>
              </a:rPr>
              <a:t>-</a:t>
            </a:r>
            <a:r>
              <a:rPr lang="ko-KR" altLang="en-US" sz="1600" dirty="0">
                <a:solidFill>
                  <a:srgbClr val="0000FF"/>
                </a:solidFill>
              </a:rPr>
              <a:t>헉슬리  모델</a:t>
            </a:r>
            <a:r>
              <a:rPr lang="en-US" altLang="ko-KR" sz="1600" dirty="0">
                <a:solidFill>
                  <a:srgbClr val="0000FF"/>
                </a:solidFill>
              </a:rPr>
              <a:t>)</a:t>
            </a:r>
            <a:r>
              <a:rPr lang="ko-KR" altLang="en-US" sz="1600" dirty="0">
                <a:solidFill>
                  <a:srgbClr val="0000FF"/>
                </a:solidFill>
              </a:rPr>
              <a:t>을 제시</a:t>
            </a:r>
            <a:r>
              <a:rPr lang="ko-KR" altLang="en-US" sz="1600" dirty="0"/>
              <a:t>하였다</a:t>
            </a:r>
            <a:r>
              <a:rPr lang="en-US" altLang="ko-KR" sz="1600" dirty="0"/>
              <a:t>. </a:t>
            </a:r>
          </a:p>
          <a:p>
            <a:r>
              <a:rPr lang="en-US" altLang="ko-KR" sz="1600" dirty="0"/>
              <a:t>1961</a:t>
            </a:r>
            <a:r>
              <a:rPr lang="ko-KR" altLang="en-US" sz="1600" dirty="0"/>
              <a:t>년에서 </a:t>
            </a:r>
            <a:r>
              <a:rPr lang="en-US" altLang="ko-KR" sz="1600" dirty="0"/>
              <a:t>1962</a:t>
            </a:r>
            <a:r>
              <a:rPr lang="ko-KR" altLang="en-US" sz="1600" dirty="0"/>
              <a:t>년 사이</a:t>
            </a:r>
            <a:r>
              <a:rPr lang="en-US" altLang="ko-KR" sz="1600" dirty="0"/>
              <a:t>, </a:t>
            </a:r>
            <a:r>
              <a:rPr lang="ko-KR" altLang="en-US" sz="1600" dirty="0" err="1"/>
              <a:t>피츠휴</a:t>
            </a:r>
            <a:r>
              <a:rPr lang="en-US" altLang="ko-KR" sz="1600" dirty="0"/>
              <a:t>(R. </a:t>
            </a:r>
            <a:r>
              <a:rPr lang="en-US" altLang="ko-KR" sz="1600" dirty="0" err="1"/>
              <a:t>FitzHugh</a:t>
            </a:r>
            <a:r>
              <a:rPr lang="en-US" altLang="ko-KR" sz="1600" dirty="0"/>
              <a:t>)</a:t>
            </a:r>
            <a:r>
              <a:rPr lang="ko-KR" altLang="en-US" sz="1600" dirty="0"/>
              <a:t>와 </a:t>
            </a:r>
            <a:r>
              <a:rPr lang="ko-KR" altLang="en-US" sz="1600" dirty="0" err="1"/>
              <a:t>나그모</a:t>
            </a:r>
            <a:r>
              <a:rPr lang="en-US" altLang="ko-KR" sz="1600" dirty="0"/>
              <a:t>(J. Nagumo)</a:t>
            </a:r>
            <a:r>
              <a:rPr lang="ko-KR" altLang="en-US" sz="1600" dirty="0"/>
              <a:t>는 </a:t>
            </a:r>
            <a:r>
              <a:rPr lang="ko-KR" altLang="en-US" sz="1600" dirty="0" err="1"/>
              <a:t>호지킨</a:t>
            </a:r>
            <a:r>
              <a:rPr lang="en-US" altLang="ko-KR" sz="1600" dirty="0"/>
              <a:t>-</a:t>
            </a:r>
            <a:r>
              <a:rPr lang="ko-KR" altLang="en-US" sz="1600" dirty="0"/>
              <a:t>헉슬리 모델을 간소화하여 </a:t>
            </a:r>
            <a:r>
              <a:rPr lang="ko-KR" altLang="en-US" sz="1600" dirty="0" err="1"/>
              <a:t>피츠휴</a:t>
            </a:r>
            <a:r>
              <a:rPr lang="en-US" altLang="ko-KR" sz="1600" dirty="0"/>
              <a:t>-</a:t>
            </a:r>
            <a:r>
              <a:rPr lang="ko-KR" altLang="en-US" sz="1600" dirty="0" err="1"/>
              <a:t>나그모</a:t>
            </a:r>
            <a:r>
              <a:rPr lang="ko-KR" altLang="en-US" sz="1600" dirty="0"/>
              <a:t> 모델을 만들었고</a:t>
            </a:r>
            <a:r>
              <a:rPr lang="en-US" altLang="ko-KR" sz="1600" dirty="0"/>
              <a:t>, </a:t>
            </a:r>
          </a:p>
          <a:p>
            <a:r>
              <a:rPr lang="en-US" altLang="ko-KR" sz="1600" dirty="0">
                <a:solidFill>
                  <a:srgbClr val="FF0000"/>
                </a:solidFill>
              </a:rPr>
              <a:t>1962</a:t>
            </a:r>
            <a:r>
              <a:rPr lang="ko-KR" altLang="en-US" sz="1600" dirty="0">
                <a:solidFill>
                  <a:srgbClr val="FF0000"/>
                </a:solidFill>
              </a:rPr>
              <a:t>년 </a:t>
            </a:r>
            <a:r>
              <a:rPr lang="ko-KR" altLang="en-US" sz="1600" dirty="0" err="1">
                <a:solidFill>
                  <a:srgbClr val="FF0000"/>
                </a:solidFill>
              </a:rPr>
              <a:t>캐츠</a:t>
            </a:r>
            <a:r>
              <a:rPr lang="en-US" altLang="ko-KR" sz="1600" dirty="0">
                <a:solidFill>
                  <a:srgbClr val="FF0000"/>
                </a:solidFill>
              </a:rPr>
              <a:t>(Bernard Katz)</a:t>
            </a:r>
            <a:r>
              <a:rPr lang="ko-KR" altLang="en-US" sz="1600" dirty="0"/>
              <a:t>는 </a:t>
            </a:r>
            <a:r>
              <a:rPr lang="ko-KR" altLang="en-US" sz="1600" dirty="0">
                <a:solidFill>
                  <a:srgbClr val="0000FF"/>
                </a:solidFill>
              </a:rPr>
              <a:t>뉴런 사이의 공간을 건너는 신경전달을</a:t>
            </a:r>
            <a:r>
              <a:rPr lang="en-US" altLang="ko-KR" sz="1600" dirty="0">
                <a:solidFill>
                  <a:srgbClr val="0000FF"/>
                </a:solidFill>
              </a:rPr>
              <a:t> </a:t>
            </a:r>
            <a:r>
              <a:rPr lang="ko-KR" altLang="en-US" sz="1600" dirty="0">
                <a:solidFill>
                  <a:srgbClr val="FF0000"/>
                </a:solidFill>
              </a:rPr>
              <a:t>시냅스</a:t>
            </a:r>
            <a:r>
              <a:rPr lang="ko-KR" altLang="en-US" sz="1600" dirty="0">
                <a:solidFill>
                  <a:srgbClr val="0000FF"/>
                </a:solidFill>
              </a:rPr>
              <a:t>로 모델링</a:t>
            </a:r>
            <a:r>
              <a:rPr lang="en-US" altLang="ko-KR" sz="1600" dirty="0"/>
              <a:t>.</a:t>
            </a:r>
          </a:p>
          <a:p>
            <a:r>
              <a:rPr lang="en-US" altLang="ko-KR" sz="1600" dirty="0"/>
              <a:t>1981</a:t>
            </a:r>
            <a:r>
              <a:rPr lang="ko-KR" altLang="en-US" sz="1600" dirty="0"/>
              <a:t>년 모리스와 </a:t>
            </a:r>
            <a:r>
              <a:rPr lang="ko-KR" altLang="en-US" sz="1600" dirty="0" err="1"/>
              <a:t>레카는</a:t>
            </a:r>
            <a:r>
              <a:rPr lang="ko-KR" altLang="en-US" sz="1600" dirty="0"/>
              <a:t> 두 모델을 결합하여 모리스</a:t>
            </a:r>
            <a:r>
              <a:rPr lang="en-US" altLang="ko-KR" sz="1600" dirty="0"/>
              <a:t>-</a:t>
            </a:r>
            <a:r>
              <a:rPr lang="ko-KR" altLang="en-US" sz="1600" dirty="0" err="1"/>
              <a:t>레카</a:t>
            </a:r>
            <a:r>
              <a:rPr lang="ko-KR" altLang="en-US" sz="1600" dirty="0"/>
              <a:t> 모델</a:t>
            </a:r>
            <a:r>
              <a:rPr lang="en-US" altLang="ko-KR" sz="1600" dirty="0"/>
              <a:t>(Morris-</a:t>
            </a:r>
            <a:r>
              <a:rPr lang="en-US" altLang="ko-KR" sz="1600" dirty="0" err="1"/>
              <a:t>Lecar</a:t>
            </a:r>
            <a:r>
              <a:rPr lang="en-US" altLang="ko-KR" sz="1600" dirty="0"/>
              <a:t> model)</a:t>
            </a:r>
            <a:r>
              <a:rPr lang="ko-KR" altLang="en-US" sz="1600" dirty="0"/>
              <a:t>로 만들었다</a:t>
            </a:r>
            <a:r>
              <a:rPr lang="en-US" altLang="ko-KR" sz="1600" dirty="0"/>
              <a:t>. </a:t>
            </a:r>
          </a:p>
          <a:p>
            <a:r>
              <a:rPr lang="en-US" altLang="ko-KR" sz="1600" dirty="0"/>
              <a:t>1984</a:t>
            </a:r>
            <a:r>
              <a:rPr lang="ko-KR" altLang="en-US" sz="1600" dirty="0"/>
              <a:t>년 </a:t>
            </a:r>
            <a:r>
              <a:rPr lang="en-US" altLang="ko-KR" sz="1600" dirty="0"/>
              <a:t>J.L. </a:t>
            </a:r>
            <a:r>
              <a:rPr lang="ko-KR" altLang="en-US" sz="1600" dirty="0" err="1"/>
              <a:t>힌드마쉬와</a:t>
            </a:r>
            <a:r>
              <a:rPr lang="ko-KR" altLang="en-US" sz="1600" dirty="0"/>
              <a:t> </a:t>
            </a:r>
            <a:r>
              <a:rPr lang="en-US" altLang="ko-KR" sz="1600" dirty="0"/>
              <a:t>R.M. </a:t>
            </a:r>
            <a:r>
              <a:rPr lang="ko-KR" altLang="en-US" sz="1600" dirty="0"/>
              <a:t>로즈는 신경전달 모델을 확장하였다</a:t>
            </a:r>
            <a:r>
              <a:rPr lang="en-US" altLang="ko-KR" sz="1600" dirty="0"/>
              <a:t>.</a:t>
            </a:r>
          </a:p>
        </p:txBody>
      </p:sp>
      <p:sp>
        <p:nvSpPr>
          <p:cNvPr id="3" name="제목 2">
            <a:extLst>
              <a:ext uri="{FF2B5EF4-FFF2-40B4-BE49-F238E27FC236}">
                <a16:creationId xmlns:a16="http://schemas.microsoft.com/office/drawing/2014/main" id="{06A34515-398D-48CC-B447-907E55722FD7}"/>
              </a:ext>
            </a:extLst>
          </p:cNvPr>
          <p:cNvSpPr>
            <a:spLocks noGrp="1"/>
          </p:cNvSpPr>
          <p:nvPr>
            <p:ph type="title"/>
          </p:nvPr>
        </p:nvSpPr>
        <p:spPr/>
        <p:txBody>
          <a:bodyPr/>
          <a:lstStyle/>
          <a:p>
            <a:r>
              <a:rPr lang="ko-KR" altLang="en-US" dirty="0"/>
              <a:t>생물학적 세포</a:t>
            </a:r>
            <a:r>
              <a:rPr lang="en-US" altLang="ko-KR" dirty="0"/>
              <a:t>, </a:t>
            </a:r>
            <a:r>
              <a:rPr lang="ko-KR" altLang="en-US" dirty="0"/>
              <a:t>뉴런</a:t>
            </a:r>
            <a:r>
              <a:rPr lang="en-US" altLang="ko-KR" dirty="0"/>
              <a:t>, </a:t>
            </a:r>
            <a:r>
              <a:rPr lang="ko-KR" altLang="en-US" dirty="0"/>
              <a:t>뇌</a:t>
            </a:r>
            <a:r>
              <a:rPr lang="en-US" altLang="ko-KR" dirty="0"/>
              <a:t>: </a:t>
            </a:r>
            <a:r>
              <a:rPr lang="ko-KR" altLang="en-US" dirty="0"/>
              <a:t>간단한 역사</a:t>
            </a:r>
          </a:p>
        </p:txBody>
      </p:sp>
      <p:sp>
        <p:nvSpPr>
          <p:cNvPr id="4" name="슬라이드 번호 개체 틀 3">
            <a:extLst>
              <a:ext uri="{FF2B5EF4-FFF2-40B4-BE49-F238E27FC236}">
                <a16:creationId xmlns:a16="http://schemas.microsoft.com/office/drawing/2014/main" id="{DC63C74D-F3FD-4A04-9E27-40AF80E6BD46}"/>
              </a:ext>
            </a:extLst>
          </p:cNvPr>
          <p:cNvSpPr>
            <a:spLocks noGrp="1"/>
          </p:cNvSpPr>
          <p:nvPr>
            <p:ph type="sldNum" sz="quarter" idx="4"/>
          </p:nvPr>
        </p:nvSpPr>
        <p:spPr/>
        <p:txBody>
          <a:bodyPr/>
          <a:lstStyle/>
          <a:p>
            <a:fld id="{08D006B4-DD64-43B7-816D-351BE851D9DC}" type="slidenum">
              <a:rPr lang="en-US" altLang="ko-KR" smtClean="0"/>
              <a:pPr/>
              <a:t>15</a:t>
            </a:fld>
            <a:endParaRPr lang="en-US" dirty="0"/>
          </a:p>
        </p:txBody>
      </p:sp>
    </p:spTree>
    <p:extLst>
      <p:ext uri="{BB962C8B-B14F-4D97-AF65-F5344CB8AC3E}">
        <p14:creationId xmlns:p14="http://schemas.microsoft.com/office/powerpoint/2010/main" val="286965233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7FBB2ADD-1975-4F82-9260-5EB4EE460371}"/>
              </a:ext>
            </a:extLst>
          </p:cNvPr>
          <p:cNvSpPr>
            <a:spLocks noGrp="1"/>
          </p:cNvSpPr>
          <p:nvPr>
            <p:ph idx="1"/>
          </p:nvPr>
        </p:nvSpPr>
        <p:spPr>
          <a:xfrm>
            <a:off x="366889" y="752081"/>
            <a:ext cx="6646539" cy="5839941"/>
          </a:xfrm>
        </p:spPr>
        <p:txBody>
          <a:bodyPr/>
          <a:lstStyle/>
          <a:p>
            <a:r>
              <a:rPr lang="ko-KR" altLang="en-US" dirty="0" err="1"/>
              <a:t>카밀로</a:t>
            </a:r>
            <a:r>
              <a:rPr lang="ko-KR" altLang="en-US" dirty="0"/>
              <a:t> 골지 </a:t>
            </a:r>
            <a:r>
              <a:rPr lang="en-US" altLang="ko-KR" dirty="0"/>
              <a:t>(Camillo Golgi, 1843 ~ 1926)</a:t>
            </a:r>
          </a:p>
          <a:p>
            <a:pPr lvl="1"/>
            <a:r>
              <a:rPr lang="ko-KR" altLang="en-US" dirty="0"/>
              <a:t>이탈리아의 내과의사</a:t>
            </a:r>
            <a:r>
              <a:rPr lang="en-US" altLang="ko-KR" dirty="0"/>
              <a:t>/</a:t>
            </a:r>
            <a:r>
              <a:rPr lang="ko-KR" altLang="en-US" dirty="0"/>
              <a:t>세포학자</a:t>
            </a:r>
            <a:r>
              <a:rPr lang="en-US" altLang="ko-KR" dirty="0"/>
              <a:t>. 1865</a:t>
            </a:r>
            <a:r>
              <a:rPr lang="ko-KR" altLang="en-US" dirty="0"/>
              <a:t>년에 </a:t>
            </a:r>
            <a:r>
              <a:rPr lang="ko-KR" altLang="en-US" dirty="0" err="1"/>
              <a:t>파비아</a:t>
            </a:r>
            <a:r>
              <a:rPr lang="ko-KR" altLang="en-US" dirty="0"/>
              <a:t> 대학교 졸업</a:t>
            </a:r>
            <a:r>
              <a:rPr lang="en-US" altLang="ko-KR" dirty="0"/>
              <a:t>. </a:t>
            </a:r>
          </a:p>
          <a:p>
            <a:pPr lvl="1"/>
            <a:r>
              <a:rPr lang="ko-KR" altLang="en-US" dirty="0"/>
              <a:t>다양한 현장 경험 후</a:t>
            </a:r>
            <a:r>
              <a:rPr lang="en-US" altLang="ko-KR" dirty="0"/>
              <a:t>, 1881</a:t>
            </a:r>
            <a:r>
              <a:rPr lang="ko-KR" altLang="en-US" dirty="0"/>
              <a:t>년에 </a:t>
            </a:r>
            <a:r>
              <a:rPr lang="ko-KR" altLang="en-US" dirty="0" err="1"/>
              <a:t>파비아</a:t>
            </a:r>
            <a:r>
              <a:rPr lang="ko-KR" altLang="en-US" dirty="0"/>
              <a:t> 대학교 병리학 교수</a:t>
            </a:r>
            <a:r>
              <a:rPr lang="en-US" altLang="ko-KR" dirty="0"/>
              <a:t>.</a:t>
            </a:r>
          </a:p>
          <a:p>
            <a:pPr lvl="1"/>
            <a:r>
              <a:rPr lang="ko-KR" altLang="en-US" dirty="0"/>
              <a:t>신경조직을 염색하는 은염색법을 개발하여 중추신경계의 구조를 밝혔으며</a:t>
            </a:r>
            <a:r>
              <a:rPr lang="en-US" altLang="ko-KR" dirty="0"/>
              <a:t>, </a:t>
            </a:r>
            <a:r>
              <a:rPr lang="ko-KR" altLang="en-US" dirty="0"/>
              <a:t>근대적인 신경계 연구 방식을 개척</a:t>
            </a:r>
            <a:endParaRPr lang="en-US" altLang="ko-KR" dirty="0"/>
          </a:p>
          <a:p>
            <a:pPr lvl="1"/>
            <a:r>
              <a:rPr lang="ko-KR" altLang="en-US" dirty="0" err="1">
                <a:solidFill>
                  <a:srgbClr val="FF0000"/>
                </a:solidFill>
              </a:rPr>
              <a:t>망상설</a:t>
            </a:r>
            <a:r>
              <a:rPr lang="en-US" altLang="ko-KR" dirty="0">
                <a:solidFill>
                  <a:srgbClr val="FF0000"/>
                </a:solidFill>
              </a:rPr>
              <a:t>(</a:t>
            </a:r>
            <a:r>
              <a:rPr lang="ko-KR" altLang="en-US" dirty="0">
                <a:solidFill>
                  <a:srgbClr val="FF0000"/>
                </a:solidFill>
              </a:rPr>
              <a:t>網狀說</a:t>
            </a:r>
            <a:r>
              <a:rPr lang="en-US" altLang="ko-KR" dirty="0">
                <a:solidFill>
                  <a:srgbClr val="FF0000"/>
                </a:solidFill>
              </a:rPr>
              <a:t>): </a:t>
            </a:r>
            <a:r>
              <a:rPr lang="ko-KR" altLang="en-US" dirty="0"/>
              <a:t>신경세포끼리 돌기에 의하여 이어져 네트워크를 형성하고 있다는 설</a:t>
            </a:r>
            <a:endParaRPr lang="en-US" altLang="ko-KR" dirty="0"/>
          </a:p>
          <a:p>
            <a:endParaRPr lang="en-US" altLang="ko-KR" dirty="0"/>
          </a:p>
          <a:p>
            <a:r>
              <a:rPr lang="ko-KR" altLang="en-US" dirty="0"/>
              <a:t>산티아고 라몬 이 </a:t>
            </a:r>
            <a:r>
              <a:rPr lang="ko-KR" altLang="en-US" dirty="0" err="1"/>
              <a:t>카할</a:t>
            </a:r>
            <a:r>
              <a:rPr lang="ko-KR" altLang="en-US" dirty="0"/>
              <a:t> </a:t>
            </a:r>
            <a:r>
              <a:rPr lang="en-US" altLang="ko-KR" dirty="0"/>
              <a:t>(Santiago Ramon y </a:t>
            </a:r>
            <a:r>
              <a:rPr lang="en-US" altLang="ko-KR" dirty="0" err="1"/>
              <a:t>Cajal</a:t>
            </a:r>
            <a:r>
              <a:rPr lang="en-US" altLang="ko-KR" dirty="0"/>
              <a:t>, 1852 ~ 1934)</a:t>
            </a:r>
          </a:p>
          <a:p>
            <a:pPr lvl="1"/>
            <a:r>
              <a:rPr lang="ko-KR" altLang="en-US" dirty="0"/>
              <a:t>스페인의 조직학자</a:t>
            </a:r>
            <a:r>
              <a:rPr lang="en-US" altLang="ko-KR" dirty="0"/>
              <a:t>. 1877</a:t>
            </a:r>
            <a:r>
              <a:rPr lang="ko-KR" altLang="en-US" dirty="0"/>
              <a:t>년에 마드리드 대학교에서 의학 박사</a:t>
            </a:r>
            <a:r>
              <a:rPr lang="en-US" altLang="ko-KR" dirty="0"/>
              <a:t>.</a:t>
            </a:r>
          </a:p>
          <a:p>
            <a:pPr lvl="1"/>
            <a:r>
              <a:rPr lang="ko-KR" altLang="en-US" dirty="0"/>
              <a:t>다양한 경력 후 </a:t>
            </a:r>
            <a:r>
              <a:rPr lang="en-US" altLang="ko-KR" dirty="0"/>
              <a:t>1892</a:t>
            </a:r>
            <a:r>
              <a:rPr lang="ko-KR" altLang="en-US" dirty="0"/>
              <a:t>년부터 </a:t>
            </a:r>
            <a:r>
              <a:rPr lang="en-US" altLang="ko-KR" dirty="0"/>
              <a:t>1922</a:t>
            </a:r>
            <a:r>
              <a:rPr lang="ko-KR" altLang="en-US" dirty="0"/>
              <a:t>년까지는 바르셀로나 대학교 조직학 및 </a:t>
            </a:r>
            <a:r>
              <a:rPr lang="ko-KR" altLang="en-US" dirty="0" err="1"/>
              <a:t>병리해부학</a:t>
            </a:r>
            <a:r>
              <a:rPr lang="ko-KR" altLang="en-US" dirty="0"/>
              <a:t> 교수 재직</a:t>
            </a:r>
            <a:r>
              <a:rPr lang="en-US" altLang="ko-KR" dirty="0"/>
              <a:t>. </a:t>
            </a:r>
          </a:p>
          <a:p>
            <a:pPr lvl="1"/>
            <a:r>
              <a:rPr lang="ko-KR" altLang="en-US" dirty="0"/>
              <a:t>골지의 연구 방법을 사용하여 신경계 연구 방법을 확립하였다</a:t>
            </a:r>
            <a:r>
              <a:rPr lang="en-US" altLang="ko-KR" dirty="0"/>
              <a:t>.</a:t>
            </a:r>
          </a:p>
          <a:p>
            <a:pPr lvl="1"/>
            <a:r>
              <a:rPr lang="ko-KR" altLang="en-US" dirty="0" err="1">
                <a:solidFill>
                  <a:srgbClr val="FF0000"/>
                </a:solidFill>
              </a:rPr>
              <a:t>뉴런설</a:t>
            </a:r>
            <a:r>
              <a:rPr lang="en-US" altLang="ko-KR" dirty="0">
                <a:solidFill>
                  <a:srgbClr val="FF0000"/>
                </a:solidFill>
              </a:rPr>
              <a:t>: </a:t>
            </a:r>
            <a:r>
              <a:rPr lang="ko-KR" altLang="en-US" dirty="0"/>
              <a:t>각각의 신경세포는 독립된 존재로서 직접 연결되어 있지 않다는 설</a:t>
            </a:r>
            <a:endParaRPr lang="en-US" altLang="ko-KR" dirty="0"/>
          </a:p>
          <a:p>
            <a:pPr lvl="1"/>
            <a:endParaRPr lang="en-US" altLang="ko-KR" dirty="0"/>
          </a:p>
          <a:p>
            <a:pPr lvl="1"/>
            <a:r>
              <a:rPr lang="ko-KR" altLang="en-US" dirty="0">
                <a:solidFill>
                  <a:srgbClr val="FF0000"/>
                </a:solidFill>
              </a:rPr>
              <a:t>신경학의 아버지로 불림</a:t>
            </a:r>
            <a:endParaRPr lang="en-US" altLang="ko-KR" dirty="0">
              <a:solidFill>
                <a:srgbClr val="FF0000"/>
              </a:solidFill>
            </a:endParaRPr>
          </a:p>
          <a:p>
            <a:pPr lvl="1"/>
            <a:r>
              <a:rPr lang="ko-KR" altLang="en-US" dirty="0"/>
              <a:t>신경조직은 뉴런이라는 세포로 이루어져 있고</a:t>
            </a:r>
            <a:r>
              <a:rPr lang="en-US" altLang="ko-KR" dirty="0"/>
              <a:t>, </a:t>
            </a:r>
            <a:r>
              <a:rPr lang="ko-KR" altLang="en-US" dirty="0"/>
              <a:t>이들은 서로 관계를 형성한다는 이론 확립</a:t>
            </a:r>
            <a:endParaRPr lang="en-US" altLang="ko-KR" dirty="0"/>
          </a:p>
          <a:p>
            <a:pPr lvl="1"/>
            <a:endParaRPr lang="en-US" altLang="ko-KR" dirty="0"/>
          </a:p>
        </p:txBody>
      </p:sp>
      <p:sp>
        <p:nvSpPr>
          <p:cNvPr id="3" name="제목 2">
            <a:extLst>
              <a:ext uri="{FF2B5EF4-FFF2-40B4-BE49-F238E27FC236}">
                <a16:creationId xmlns:a16="http://schemas.microsoft.com/office/drawing/2014/main" id="{2C4D0DE5-8E72-4516-86B3-BB48080E5B58}"/>
              </a:ext>
            </a:extLst>
          </p:cNvPr>
          <p:cNvSpPr>
            <a:spLocks noGrp="1"/>
          </p:cNvSpPr>
          <p:nvPr>
            <p:ph type="title"/>
          </p:nvPr>
        </p:nvSpPr>
        <p:spPr/>
        <p:txBody>
          <a:bodyPr/>
          <a:lstStyle/>
          <a:p>
            <a:r>
              <a:rPr lang="en-US" altLang="ko-KR" dirty="0"/>
              <a:t>1906 </a:t>
            </a:r>
            <a:r>
              <a:rPr lang="ko-KR" altLang="en-US" dirty="0"/>
              <a:t>노벨 생리의학상</a:t>
            </a:r>
          </a:p>
        </p:txBody>
      </p:sp>
      <p:sp>
        <p:nvSpPr>
          <p:cNvPr id="4" name="슬라이드 번호 개체 틀 3">
            <a:extLst>
              <a:ext uri="{FF2B5EF4-FFF2-40B4-BE49-F238E27FC236}">
                <a16:creationId xmlns:a16="http://schemas.microsoft.com/office/drawing/2014/main" id="{79FB417E-E046-48AB-8D9A-3E6EBCEBDDDD}"/>
              </a:ext>
            </a:extLst>
          </p:cNvPr>
          <p:cNvSpPr>
            <a:spLocks noGrp="1"/>
          </p:cNvSpPr>
          <p:nvPr>
            <p:ph type="sldNum" sz="quarter" idx="4"/>
          </p:nvPr>
        </p:nvSpPr>
        <p:spPr/>
        <p:txBody>
          <a:bodyPr/>
          <a:lstStyle/>
          <a:p>
            <a:fld id="{08D006B4-DD64-43B7-816D-351BE851D9DC}" type="slidenum">
              <a:rPr lang="en-US" altLang="ko-KR" smtClean="0"/>
              <a:pPr/>
              <a:t>16</a:t>
            </a:fld>
            <a:endParaRPr lang="en-US" dirty="0"/>
          </a:p>
        </p:txBody>
      </p:sp>
      <p:pic>
        <p:nvPicPr>
          <p:cNvPr id="6146" name="Picture 2">
            <a:extLst>
              <a:ext uri="{FF2B5EF4-FFF2-40B4-BE49-F238E27FC236}">
                <a16:creationId xmlns:a16="http://schemas.microsoft.com/office/drawing/2014/main" id="{007550CA-EB59-4998-81E2-D7A7CB9E60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92157" y="646365"/>
            <a:ext cx="1851843" cy="2591272"/>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1906cajal_medicine">
            <a:extLst>
              <a:ext uri="{FF2B5EF4-FFF2-40B4-BE49-F238E27FC236}">
                <a16:creationId xmlns:a16="http://schemas.microsoft.com/office/drawing/2014/main" id="{F7B817DF-3B4C-4560-A3C3-2A3A36551D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92157" y="3743719"/>
            <a:ext cx="1851843" cy="25912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7284060"/>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a:extLst>
              <a:ext uri="{FF2B5EF4-FFF2-40B4-BE49-F238E27FC236}">
                <a16:creationId xmlns:a16="http://schemas.microsoft.com/office/drawing/2014/main" id="{CFC39A09-8728-4582-8DE8-590B184488F1}"/>
              </a:ext>
            </a:extLst>
          </p:cNvPr>
          <p:cNvSpPr>
            <a:spLocks noGrp="1"/>
          </p:cNvSpPr>
          <p:nvPr>
            <p:ph type="title"/>
          </p:nvPr>
        </p:nvSpPr>
        <p:spPr>
          <a:xfrm>
            <a:off x="4" y="337831"/>
            <a:ext cx="9143996" cy="597886"/>
          </a:xfrm>
        </p:spPr>
        <p:txBody>
          <a:bodyPr/>
          <a:lstStyle/>
          <a:p>
            <a:r>
              <a:rPr lang="ko-KR" altLang="en-US" dirty="0"/>
              <a:t>비둘기의 소뇌에 위치한 뉴런 </a:t>
            </a:r>
            <a:br>
              <a:rPr lang="en-US" altLang="ko-KR" dirty="0"/>
            </a:br>
            <a:r>
              <a:rPr lang="en-US" altLang="ko-KR" dirty="0"/>
              <a:t>(Santiago Ramón y </a:t>
            </a:r>
            <a:r>
              <a:rPr lang="en-US" altLang="ko-KR" dirty="0" err="1"/>
              <a:t>Cajal</a:t>
            </a:r>
            <a:r>
              <a:rPr lang="en-US" altLang="ko-KR" dirty="0"/>
              <a:t>, 1899)</a:t>
            </a:r>
            <a:endParaRPr lang="ko-KR" altLang="en-US" dirty="0"/>
          </a:p>
        </p:txBody>
      </p:sp>
      <p:sp>
        <p:nvSpPr>
          <p:cNvPr id="4" name="슬라이드 번호 개체 틀 3">
            <a:extLst>
              <a:ext uri="{FF2B5EF4-FFF2-40B4-BE49-F238E27FC236}">
                <a16:creationId xmlns:a16="http://schemas.microsoft.com/office/drawing/2014/main" id="{BF5B4FF3-49EB-4A1B-87DB-13E80AEE699E}"/>
              </a:ext>
            </a:extLst>
          </p:cNvPr>
          <p:cNvSpPr>
            <a:spLocks noGrp="1"/>
          </p:cNvSpPr>
          <p:nvPr>
            <p:ph type="sldNum" sz="quarter" idx="4"/>
          </p:nvPr>
        </p:nvSpPr>
        <p:spPr/>
        <p:txBody>
          <a:bodyPr/>
          <a:lstStyle/>
          <a:p>
            <a:fld id="{08D006B4-DD64-43B7-816D-351BE851D9DC}" type="slidenum">
              <a:rPr lang="en-US" altLang="ko-KR" smtClean="0"/>
              <a:pPr/>
              <a:t>17</a:t>
            </a:fld>
            <a:endParaRPr lang="en-US" dirty="0"/>
          </a:p>
        </p:txBody>
      </p:sp>
      <p:pic>
        <p:nvPicPr>
          <p:cNvPr id="1026" name="Picture 2">
            <a:extLst>
              <a:ext uri="{FF2B5EF4-FFF2-40B4-BE49-F238E27FC236}">
                <a16:creationId xmlns:a16="http://schemas.microsoft.com/office/drawing/2014/main" id="{81984F7C-8BD3-4840-BC95-0B10005F92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0581" y="1160026"/>
            <a:ext cx="3322838" cy="3888430"/>
          </a:xfrm>
          <a:prstGeom prst="rect">
            <a:avLst/>
          </a:prstGeom>
          <a:noFill/>
          <a:extLst>
            <a:ext uri="{909E8E84-426E-40DD-AFC4-6F175D3DCCD1}">
              <a14:hiddenFill xmlns:a14="http://schemas.microsoft.com/office/drawing/2010/main">
                <a:solidFill>
                  <a:srgbClr val="FFFFFF"/>
                </a:solidFill>
              </a14:hiddenFill>
            </a:ext>
          </a:extLst>
        </p:spPr>
      </p:pic>
      <p:sp>
        <p:nvSpPr>
          <p:cNvPr id="2" name="내용 개체 틀 1">
            <a:extLst>
              <a:ext uri="{FF2B5EF4-FFF2-40B4-BE49-F238E27FC236}">
                <a16:creationId xmlns:a16="http://schemas.microsoft.com/office/drawing/2014/main" id="{950593CE-A5D1-4492-8009-34CD6EB2C06C}"/>
              </a:ext>
            </a:extLst>
          </p:cNvPr>
          <p:cNvSpPr>
            <a:spLocks noGrp="1"/>
          </p:cNvSpPr>
          <p:nvPr>
            <p:ph idx="1"/>
          </p:nvPr>
        </p:nvSpPr>
        <p:spPr>
          <a:xfrm>
            <a:off x="1043608" y="5229200"/>
            <a:ext cx="7582644" cy="1224136"/>
          </a:xfrm>
        </p:spPr>
        <p:txBody>
          <a:bodyPr/>
          <a:lstStyle/>
          <a:p>
            <a:r>
              <a:rPr lang="en-US" altLang="ko-KR" sz="1600" dirty="0"/>
              <a:t>(1899) </a:t>
            </a:r>
            <a:r>
              <a:rPr lang="ko-KR" altLang="en-US" sz="1600" u="sng" dirty="0">
                <a:hlinkClick r:id="rId3"/>
              </a:rPr>
              <a:t>산티아고 라몬 이 </a:t>
            </a:r>
            <a:r>
              <a:rPr lang="ko-KR" altLang="en-US" sz="1600" u="sng" dirty="0" err="1">
                <a:hlinkClick r:id="rId3"/>
              </a:rPr>
              <a:t>카할</a:t>
            </a:r>
            <a:r>
              <a:rPr lang="ko-KR" altLang="en-US" sz="1600" dirty="0" err="1"/>
              <a:t>이</a:t>
            </a:r>
            <a:r>
              <a:rPr lang="ko-KR" altLang="en-US" sz="1600" dirty="0"/>
              <a:t> 만든 </a:t>
            </a:r>
            <a:r>
              <a:rPr lang="ko-KR" altLang="en-US" sz="1600" dirty="0">
                <a:hlinkClick r:id="rId4" tooltip="조롱박세포 (없는 문서)"/>
              </a:rPr>
              <a:t>조롱박세포</a:t>
            </a:r>
            <a:r>
              <a:rPr lang="en-US" altLang="ko-KR" sz="1600" dirty="0"/>
              <a:t>. </a:t>
            </a:r>
          </a:p>
          <a:p>
            <a:r>
              <a:rPr lang="en-US" altLang="ko-KR" sz="1600" dirty="0"/>
              <a:t>A</a:t>
            </a:r>
            <a:r>
              <a:rPr lang="ko-KR" altLang="en-US" sz="1600" dirty="0"/>
              <a:t>가 </a:t>
            </a:r>
            <a:r>
              <a:rPr lang="ko-KR" altLang="en-US" sz="1600" dirty="0" err="1">
                <a:hlinkClick r:id="rId4" tooltip="조롱박세포 (없는 문서)"/>
              </a:rPr>
              <a:t>조롱박세포</a:t>
            </a:r>
            <a:r>
              <a:rPr lang="ko-KR" altLang="en-US" sz="1600" dirty="0" err="1"/>
              <a:t>이고</a:t>
            </a:r>
            <a:r>
              <a:rPr lang="ko-KR" altLang="en-US" sz="1600" dirty="0"/>
              <a:t> </a:t>
            </a:r>
            <a:r>
              <a:rPr lang="en-US" altLang="ko-KR" sz="1600" dirty="0"/>
              <a:t>B</a:t>
            </a:r>
            <a:r>
              <a:rPr lang="ko-KR" altLang="en-US" sz="1600" dirty="0"/>
              <a:t>는 </a:t>
            </a:r>
            <a:r>
              <a:rPr lang="ko-KR" altLang="en-US" sz="1600" dirty="0">
                <a:hlinkClick r:id="rId5" tooltip="과립세포 (없는 문서)"/>
              </a:rPr>
              <a:t>과립세포</a:t>
            </a:r>
            <a:r>
              <a:rPr lang="ko-KR" altLang="en-US" sz="1600" dirty="0"/>
              <a:t>이다</a:t>
            </a:r>
            <a:r>
              <a:rPr lang="en-US" altLang="ko-KR" sz="1600" dirty="0"/>
              <a:t>. </a:t>
            </a:r>
          </a:p>
          <a:p>
            <a:r>
              <a:rPr lang="ko-KR" altLang="en-US" sz="1600" dirty="0"/>
              <a:t>가지가 많은 가지돌기가 세포체로 모이고</a:t>
            </a:r>
            <a:r>
              <a:rPr lang="en-US" altLang="ko-KR" sz="1600" dirty="0"/>
              <a:t>, </a:t>
            </a:r>
            <a:r>
              <a:rPr lang="ko-KR" altLang="en-US" sz="1600" dirty="0"/>
              <a:t>세포체에서는 단일 </a:t>
            </a:r>
            <a:r>
              <a:rPr lang="ko-KR" altLang="en-US" sz="1600" dirty="0" err="1"/>
              <a:t>축삭이</a:t>
            </a:r>
            <a:r>
              <a:rPr lang="ko-KR" altLang="en-US" sz="1600" dirty="0"/>
              <a:t> 아래로 빠져나간다</a:t>
            </a:r>
            <a:r>
              <a:rPr lang="en-US" altLang="ko-KR" sz="1600" dirty="0"/>
              <a:t>.</a:t>
            </a:r>
            <a:endParaRPr lang="ko-KR" altLang="en-US" sz="1600" dirty="0"/>
          </a:p>
        </p:txBody>
      </p:sp>
    </p:spTree>
    <p:extLst>
      <p:ext uri="{BB962C8B-B14F-4D97-AF65-F5344CB8AC3E}">
        <p14:creationId xmlns:p14="http://schemas.microsoft.com/office/powerpoint/2010/main" val="1797344316"/>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72DAF532-84FA-4001-830E-AB172042F86A}"/>
              </a:ext>
            </a:extLst>
          </p:cNvPr>
          <p:cNvSpPr>
            <a:spLocks noGrp="1"/>
          </p:cNvSpPr>
          <p:nvPr>
            <p:ph idx="1"/>
          </p:nvPr>
        </p:nvSpPr>
        <p:spPr>
          <a:xfrm>
            <a:off x="589756" y="836712"/>
            <a:ext cx="7964487" cy="4724400"/>
          </a:xfrm>
        </p:spPr>
        <p:txBody>
          <a:bodyPr/>
          <a:lstStyle/>
          <a:p>
            <a:r>
              <a:rPr lang="en-US" altLang="ko-KR" b="0" dirty="0"/>
              <a:t>The concept that the </a:t>
            </a:r>
            <a:r>
              <a:rPr lang="en-US" altLang="ko-KR" b="0" dirty="0">
                <a:hlinkClick r:id="rId3" tooltip="Nervous system"/>
              </a:rPr>
              <a:t>nervous system</a:t>
            </a:r>
            <a:r>
              <a:rPr lang="en-US" altLang="ko-KR" b="0" dirty="0"/>
              <a:t> is made up of discrete individual cells</a:t>
            </a:r>
          </a:p>
          <a:p>
            <a:r>
              <a:rPr lang="en-US" altLang="ko-KR" b="0" dirty="0"/>
              <a:t>The term </a:t>
            </a:r>
            <a:r>
              <a:rPr lang="en-US" altLang="ko-KR" b="0" i="1" dirty="0">
                <a:hlinkClick r:id="rId4" tooltip="Neuron"/>
              </a:rPr>
              <a:t>neuron</a:t>
            </a:r>
            <a:r>
              <a:rPr lang="en-US" altLang="ko-KR" b="0" dirty="0"/>
              <a:t> (spelled </a:t>
            </a:r>
            <a:r>
              <a:rPr lang="en-US" altLang="ko-KR" b="0" i="1" dirty="0" err="1"/>
              <a:t>neurone</a:t>
            </a:r>
            <a:r>
              <a:rPr lang="en-US" altLang="ko-KR" b="0" dirty="0"/>
              <a:t> in British English) was itself coined as a way of identifying the cells in question. </a:t>
            </a:r>
          </a:p>
          <a:p>
            <a:r>
              <a:rPr lang="en-US" altLang="ko-KR" b="0" dirty="0"/>
              <a:t>The </a:t>
            </a:r>
            <a:r>
              <a:rPr lang="en-US" altLang="ko-KR" b="0" i="1" dirty="0"/>
              <a:t>neuron doctrine</a:t>
            </a:r>
            <a:r>
              <a:rPr lang="en-US" altLang="ko-KR" b="0" dirty="0"/>
              <a:t>, as it became known, served to position neurons as special cases under the broader </a:t>
            </a:r>
            <a:r>
              <a:rPr lang="en-US" altLang="ko-KR" b="0" dirty="0">
                <a:hlinkClick r:id="rId5" tooltip="Cell theory"/>
              </a:rPr>
              <a:t>cell theory</a:t>
            </a:r>
            <a:r>
              <a:rPr lang="en-US" altLang="ko-KR" b="0" dirty="0"/>
              <a:t> evolved some decades earlier. </a:t>
            </a:r>
          </a:p>
          <a:p>
            <a:endParaRPr lang="en-US" altLang="ko-KR" dirty="0"/>
          </a:p>
          <a:p>
            <a:r>
              <a:rPr lang="en-US" altLang="ko-KR" dirty="0"/>
              <a:t>1839</a:t>
            </a:r>
            <a:r>
              <a:rPr lang="ko-KR" altLang="en-US" dirty="0"/>
              <a:t>년 세포설 </a:t>
            </a:r>
            <a:r>
              <a:rPr lang="en-US" altLang="ko-KR" dirty="0"/>
              <a:t>(by</a:t>
            </a:r>
            <a:r>
              <a:rPr lang="ko-KR" altLang="en-US" dirty="0"/>
              <a:t> </a:t>
            </a:r>
            <a:r>
              <a:rPr lang="en-US" altLang="ko-KR" sz="1800" b="0" dirty="0"/>
              <a:t>Schleiden &amp; </a:t>
            </a:r>
            <a:r>
              <a:rPr lang="de-DE" altLang="ko-KR" sz="1800" b="0" dirty="0"/>
              <a:t>Schwann</a:t>
            </a:r>
            <a:r>
              <a:rPr lang="en-US" altLang="ko-KR" dirty="0"/>
              <a:t>)</a:t>
            </a:r>
            <a:r>
              <a:rPr lang="ko-KR" altLang="en-US" dirty="0"/>
              <a:t>로</a:t>
            </a:r>
            <a:r>
              <a:rPr lang="en-US" altLang="ko-KR" dirty="0"/>
              <a:t> </a:t>
            </a:r>
            <a:r>
              <a:rPr lang="ko-KR" altLang="en-US" dirty="0"/>
              <a:t>모든 생명체는 세포로 구성되었음이 </a:t>
            </a:r>
            <a:r>
              <a:rPr lang="ko-KR" altLang="en-US" dirty="0" err="1"/>
              <a:t>알려졌음</a:t>
            </a:r>
            <a:r>
              <a:rPr lang="en-US" altLang="ko-KR" dirty="0"/>
              <a:t>.</a:t>
            </a:r>
          </a:p>
          <a:p>
            <a:r>
              <a:rPr lang="ko-KR" altLang="en-US" dirty="0"/>
              <a:t>하지만 신경계조직은 명확한 의견이 부재</a:t>
            </a:r>
            <a:endParaRPr lang="en-US" altLang="ko-KR" dirty="0"/>
          </a:p>
          <a:p>
            <a:r>
              <a:rPr lang="ko-KR" altLang="en-US" dirty="0"/>
              <a:t>그 이유는</a:t>
            </a:r>
            <a:r>
              <a:rPr lang="en-US" altLang="ko-KR" dirty="0"/>
              <a:t>, </a:t>
            </a:r>
            <a:r>
              <a:rPr lang="ko-KR" altLang="en-US" dirty="0"/>
              <a:t>뉴런은 가지가 많고</a:t>
            </a:r>
            <a:r>
              <a:rPr lang="en-US" altLang="ko-KR" dirty="0"/>
              <a:t>, </a:t>
            </a:r>
            <a:r>
              <a:rPr lang="ko-KR" altLang="en-US" dirty="0" err="1"/>
              <a:t>축삭과</a:t>
            </a:r>
            <a:r>
              <a:rPr lang="ko-KR" altLang="en-US" dirty="0"/>
              <a:t> 수상돌기가 복잡하고</a:t>
            </a:r>
            <a:r>
              <a:rPr lang="en-US" altLang="ko-KR" dirty="0"/>
              <a:t>, </a:t>
            </a:r>
            <a:r>
              <a:rPr lang="ko-KR" altLang="en-US" dirty="0"/>
              <a:t>다른 뉴런들과 접촉하고 있는 등</a:t>
            </a:r>
            <a:endParaRPr lang="en-US" altLang="ko-KR" dirty="0"/>
          </a:p>
          <a:p>
            <a:r>
              <a:rPr lang="ko-KR" altLang="en-US" dirty="0"/>
              <a:t>수 십 억 개의 세포로 구성되었는지</a:t>
            </a:r>
            <a:r>
              <a:rPr lang="en-US" altLang="ko-KR" dirty="0"/>
              <a:t>…</a:t>
            </a:r>
          </a:p>
          <a:p>
            <a:r>
              <a:rPr lang="ko-KR" altLang="en-US" dirty="0"/>
              <a:t>아니면  하나의 거대한 네트워크인지 </a:t>
            </a:r>
            <a:endParaRPr lang="en-US" altLang="ko-KR" dirty="0"/>
          </a:p>
          <a:p>
            <a:r>
              <a:rPr lang="ko-KR" altLang="en-US" dirty="0"/>
              <a:t>논쟁이 있었다</a:t>
            </a:r>
            <a:r>
              <a:rPr lang="en-US" altLang="ko-KR" dirty="0"/>
              <a:t>.</a:t>
            </a:r>
          </a:p>
          <a:p>
            <a:endParaRPr lang="en-US" altLang="ko-KR" dirty="0"/>
          </a:p>
          <a:p>
            <a:r>
              <a:rPr lang="ko-KR" altLang="en-US" dirty="0"/>
              <a:t>현미경의 성능 부족</a:t>
            </a:r>
            <a:endParaRPr lang="en-US" altLang="ko-KR" dirty="0"/>
          </a:p>
        </p:txBody>
      </p:sp>
      <p:sp>
        <p:nvSpPr>
          <p:cNvPr id="3" name="제목 2">
            <a:extLst>
              <a:ext uri="{FF2B5EF4-FFF2-40B4-BE49-F238E27FC236}">
                <a16:creationId xmlns:a16="http://schemas.microsoft.com/office/drawing/2014/main" id="{69EB3D74-A88B-47F0-88E0-37B5389F1C8C}"/>
              </a:ext>
            </a:extLst>
          </p:cNvPr>
          <p:cNvSpPr>
            <a:spLocks noGrp="1"/>
          </p:cNvSpPr>
          <p:nvPr>
            <p:ph type="title"/>
          </p:nvPr>
        </p:nvSpPr>
        <p:spPr/>
        <p:txBody>
          <a:bodyPr/>
          <a:lstStyle/>
          <a:p>
            <a:r>
              <a:rPr lang="en-US" altLang="ko-KR" dirty="0" err="1"/>
              <a:t>Cajal</a:t>
            </a:r>
            <a:r>
              <a:rPr lang="en-US" altLang="ko-KR" dirty="0"/>
              <a:t> </a:t>
            </a:r>
            <a:r>
              <a:rPr lang="ko-KR" altLang="en-US" dirty="0"/>
              <a:t>의 뉴런독트린 </a:t>
            </a:r>
            <a:r>
              <a:rPr lang="en-US" altLang="ko-KR" dirty="0"/>
              <a:t>(Neuron Doctrine): 1888</a:t>
            </a:r>
            <a:endParaRPr lang="ko-KR" altLang="en-US" dirty="0"/>
          </a:p>
        </p:txBody>
      </p:sp>
      <p:sp>
        <p:nvSpPr>
          <p:cNvPr id="4" name="슬라이드 번호 개체 틀 3">
            <a:extLst>
              <a:ext uri="{FF2B5EF4-FFF2-40B4-BE49-F238E27FC236}">
                <a16:creationId xmlns:a16="http://schemas.microsoft.com/office/drawing/2014/main" id="{7C2439A8-7EA4-49F9-A09F-67B0BFA59352}"/>
              </a:ext>
            </a:extLst>
          </p:cNvPr>
          <p:cNvSpPr>
            <a:spLocks noGrp="1"/>
          </p:cNvSpPr>
          <p:nvPr>
            <p:ph type="sldNum" sz="quarter" idx="4"/>
          </p:nvPr>
        </p:nvSpPr>
        <p:spPr/>
        <p:txBody>
          <a:bodyPr/>
          <a:lstStyle/>
          <a:p>
            <a:fld id="{08D006B4-DD64-43B7-816D-351BE851D9DC}" type="slidenum">
              <a:rPr lang="en-US" altLang="ko-KR" smtClean="0"/>
              <a:pPr/>
              <a:t>18</a:t>
            </a:fld>
            <a:endParaRPr lang="en-US" dirty="0"/>
          </a:p>
        </p:txBody>
      </p:sp>
    </p:spTree>
    <p:extLst>
      <p:ext uri="{BB962C8B-B14F-4D97-AF65-F5344CB8AC3E}">
        <p14:creationId xmlns:p14="http://schemas.microsoft.com/office/powerpoint/2010/main" val="108590543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11A4004B-F91F-4562-B536-58B7ABF8F5F3}"/>
              </a:ext>
            </a:extLst>
          </p:cNvPr>
          <p:cNvSpPr>
            <a:spLocks noGrp="1"/>
          </p:cNvSpPr>
          <p:nvPr>
            <p:ph idx="1"/>
          </p:nvPr>
        </p:nvSpPr>
        <p:spPr>
          <a:xfrm>
            <a:off x="87566" y="1195978"/>
            <a:ext cx="4614119" cy="4894330"/>
          </a:xfrm>
        </p:spPr>
        <p:txBody>
          <a:bodyPr/>
          <a:lstStyle/>
          <a:p>
            <a:r>
              <a:rPr lang="en-US" altLang="ko-KR" sz="2000" dirty="0">
                <a:solidFill>
                  <a:srgbClr val="202122"/>
                </a:solidFill>
                <a:latin typeface="Arial" panose="020B0604020202020204" pitchFamily="34" charset="0"/>
              </a:rPr>
              <a:t>The principle for nerve or muscle </a:t>
            </a:r>
            <a:r>
              <a:rPr lang="en-US" altLang="ko-KR" sz="2000" dirty="0" err="1">
                <a:solidFill>
                  <a:srgbClr val="202122"/>
                </a:solidFill>
                <a:latin typeface="Arial" panose="020B0604020202020204" pitchFamily="34" charset="0"/>
              </a:rPr>
              <a:t>fibre</a:t>
            </a:r>
            <a:endParaRPr lang="en-US" altLang="ko-KR" sz="2000" dirty="0">
              <a:solidFill>
                <a:srgbClr val="202122"/>
              </a:solidFill>
              <a:latin typeface="Arial" panose="020B0604020202020204" pitchFamily="34" charset="0"/>
            </a:endParaRPr>
          </a:p>
          <a:p>
            <a:endParaRPr lang="en-US" altLang="ko-KR" sz="2000" dirty="0">
              <a:solidFill>
                <a:srgbClr val="202122"/>
              </a:solidFill>
              <a:latin typeface="Arial" panose="020B0604020202020204" pitchFamily="34" charset="0"/>
            </a:endParaRPr>
          </a:p>
          <a:p>
            <a:r>
              <a:rPr lang="en-US" altLang="ko-KR" sz="2000" dirty="0">
                <a:solidFill>
                  <a:srgbClr val="202122"/>
                </a:solidFill>
                <a:latin typeface="Arial" panose="020B0604020202020204" pitchFamily="34" charset="0"/>
              </a:rPr>
              <a:t>If stimulus exceeds the </a:t>
            </a:r>
            <a:r>
              <a:rPr lang="en-US" altLang="ko-KR" sz="2000" dirty="0">
                <a:solidFill>
                  <a:srgbClr val="FF0000"/>
                </a:solidFill>
                <a:latin typeface="Arial" panose="020B0604020202020204" pitchFamily="34" charset="0"/>
              </a:rPr>
              <a:t>threshold</a:t>
            </a:r>
            <a:r>
              <a:rPr lang="en-US" altLang="ko-KR" sz="2000" dirty="0">
                <a:solidFill>
                  <a:srgbClr val="202122"/>
                </a:solidFill>
                <a:latin typeface="Arial" panose="020B0604020202020204" pitchFamily="34" charset="0"/>
              </a:rPr>
              <a:t> potential, the nerve or muscle fiber will give a complete response; otherwise, there is no response.</a:t>
            </a:r>
          </a:p>
          <a:p>
            <a:endParaRPr lang="en-US" altLang="ko-KR" sz="2000" dirty="0">
              <a:solidFill>
                <a:srgbClr val="202122"/>
              </a:solidFill>
              <a:latin typeface="Arial" panose="020B0604020202020204" pitchFamily="34" charset="0"/>
            </a:endParaRPr>
          </a:p>
          <a:p>
            <a:r>
              <a:rPr lang="en-US" altLang="ko-KR" sz="2000" dirty="0">
                <a:solidFill>
                  <a:srgbClr val="202122"/>
                </a:solidFill>
                <a:latin typeface="Arial" panose="020B0604020202020204" pitchFamily="34" charset="0"/>
              </a:rPr>
              <a:t>Established by the American physiologist </a:t>
            </a:r>
            <a:r>
              <a:rPr lang="en-US" altLang="ko-KR" sz="2000" dirty="0">
                <a:solidFill>
                  <a:srgbClr val="FF0000"/>
                </a:solidFill>
                <a:latin typeface="Arial" panose="020B0604020202020204" pitchFamily="34" charset="0"/>
              </a:rPr>
              <a:t>Henry Bowditch</a:t>
            </a:r>
            <a:r>
              <a:rPr lang="en-US" altLang="ko-KR" sz="2000" dirty="0">
                <a:solidFill>
                  <a:srgbClr val="202122"/>
                </a:solidFill>
                <a:latin typeface="Arial" panose="020B0604020202020204" pitchFamily="34" charset="0"/>
              </a:rPr>
              <a:t> in 1871 </a:t>
            </a:r>
          </a:p>
          <a:p>
            <a:pPr lvl="1"/>
            <a:r>
              <a:rPr lang="en-US" altLang="ko-KR" sz="1600" dirty="0">
                <a:solidFill>
                  <a:srgbClr val="202122"/>
                </a:solidFill>
                <a:latin typeface="Arial" panose="020B0604020202020204" pitchFamily="34" charset="0"/>
              </a:rPr>
              <a:t>From the contraction of heart muscle. </a:t>
            </a:r>
            <a:endParaRPr lang="ko-KR" altLang="en-US" sz="1600" dirty="0"/>
          </a:p>
        </p:txBody>
      </p:sp>
      <p:sp>
        <p:nvSpPr>
          <p:cNvPr id="3" name="제목 2">
            <a:extLst>
              <a:ext uri="{FF2B5EF4-FFF2-40B4-BE49-F238E27FC236}">
                <a16:creationId xmlns:a16="http://schemas.microsoft.com/office/drawing/2014/main" id="{0E85E1E9-8003-42DE-99F8-77056A2B935D}"/>
              </a:ext>
            </a:extLst>
          </p:cNvPr>
          <p:cNvSpPr>
            <a:spLocks noGrp="1"/>
          </p:cNvSpPr>
          <p:nvPr>
            <p:ph type="title"/>
          </p:nvPr>
        </p:nvSpPr>
        <p:spPr/>
        <p:txBody>
          <a:bodyPr/>
          <a:lstStyle/>
          <a:p>
            <a:r>
              <a:rPr lang="en-US" altLang="ko-KR" dirty="0"/>
              <a:t>All-or-none Principle (1871): </a:t>
            </a:r>
            <a:r>
              <a:rPr lang="en-US" altLang="ko-KR" sz="2800" dirty="0">
                <a:solidFill>
                  <a:srgbClr val="FF0000"/>
                </a:solidFill>
                <a:effectLst/>
                <a:ea typeface="+mn-ea"/>
                <a:cs typeface="+mn-cs"/>
              </a:rPr>
              <a:t>Henry Bowditch</a:t>
            </a:r>
            <a:endParaRPr lang="ko-KR" altLang="en-US" dirty="0"/>
          </a:p>
        </p:txBody>
      </p:sp>
      <p:sp>
        <p:nvSpPr>
          <p:cNvPr id="4" name="슬라이드 번호 개체 틀 3">
            <a:extLst>
              <a:ext uri="{FF2B5EF4-FFF2-40B4-BE49-F238E27FC236}">
                <a16:creationId xmlns:a16="http://schemas.microsoft.com/office/drawing/2014/main" id="{8D7A5325-762E-435E-8EFA-CD7ED2F08BEB}"/>
              </a:ext>
            </a:extLst>
          </p:cNvPr>
          <p:cNvSpPr>
            <a:spLocks noGrp="1"/>
          </p:cNvSpPr>
          <p:nvPr>
            <p:ph type="sldNum" sz="quarter" idx="4"/>
          </p:nvPr>
        </p:nvSpPr>
        <p:spPr/>
        <p:txBody>
          <a:bodyPr/>
          <a:lstStyle/>
          <a:p>
            <a:fld id="{08D006B4-DD64-43B7-816D-351BE851D9DC}" type="slidenum">
              <a:rPr lang="en-US" altLang="ko-KR" smtClean="0"/>
              <a:pPr/>
              <a:t>19</a:t>
            </a:fld>
            <a:endParaRPr lang="en-US" dirty="0"/>
          </a:p>
        </p:txBody>
      </p:sp>
      <p:pic>
        <p:nvPicPr>
          <p:cNvPr id="9218" name="Picture 2">
            <a:extLst>
              <a:ext uri="{FF2B5EF4-FFF2-40B4-BE49-F238E27FC236}">
                <a16:creationId xmlns:a16="http://schemas.microsoft.com/office/drawing/2014/main" id="{26E27F73-6D11-4120-B8B5-C2F4A35D20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01686" y="866655"/>
            <a:ext cx="4450286" cy="4128412"/>
          </a:xfrm>
          <a:prstGeom prst="rect">
            <a:avLst/>
          </a:prstGeom>
          <a:noFill/>
          <a:extLst>
            <a:ext uri="{909E8E84-426E-40DD-AFC4-6F175D3DCCD1}">
              <a14:hiddenFill xmlns:a14="http://schemas.microsoft.com/office/drawing/2010/main">
                <a:solidFill>
                  <a:srgbClr val="FFFFFF"/>
                </a:solidFill>
              </a14:hiddenFill>
            </a:ext>
          </a:extLst>
        </p:spPr>
      </p:pic>
      <p:sp>
        <p:nvSpPr>
          <p:cNvPr id="7" name="직사각형 6">
            <a:extLst>
              <a:ext uri="{FF2B5EF4-FFF2-40B4-BE49-F238E27FC236}">
                <a16:creationId xmlns:a16="http://schemas.microsoft.com/office/drawing/2014/main" id="{5B121DA8-0FC3-4724-A07B-B948FA498FB3}"/>
              </a:ext>
            </a:extLst>
          </p:cNvPr>
          <p:cNvSpPr/>
          <p:nvPr/>
        </p:nvSpPr>
        <p:spPr>
          <a:xfrm>
            <a:off x="4996791" y="4946290"/>
            <a:ext cx="4400066" cy="1631216"/>
          </a:xfrm>
          <a:prstGeom prst="rect">
            <a:avLst/>
          </a:prstGeom>
        </p:spPr>
        <p:txBody>
          <a:bodyPr wrap="square">
            <a:spAutoFit/>
          </a:bodyPr>
          <a:lstStyle/>
          <a:p>
            <a:r>
              <a:rPr lang="en-US" altLang="ko-KR" sz="2000" b="1" dirty="0">
                <a:solidFill>
                  <a:srgbClr val="202122"/>
                </a:solidFill>
                <a:latin typeface="Arial" panose="020B0604020202020204" pitchFamily="34" charset="0"/>
              </a:rPr>
              <a:t>As long as the stimulus reaches the threshold, the full response would be given. Larger stimulus does not result in a larger response, vice versa.</a:t>
            </a:r>
          </a:p>
        </p:txBody>
      </p:sp>
    </p:spTree>
    <p:extLst>
      <p:ext uri="{BB962C8B-B14F-4D97-AF65-F5344CB8AC3E}">
        <p14:creationId xmlns:p14="http://schemas.microsoft.com/office/powerpoint/2010/main" val="6337618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78DCEF23-8E06-470D-8A44-D13084F24A75}"/>
              </a:ext>
            </a:extLst>
          </p:cNvPr>
          <p:cNvSpPr>
            <a:spLocks noGrp="1"/>
          </p:cNvSpPr>
          <p:nvPr>
            <p:ph idx="1"/>
          </p:nvPr>
        </p:nvSpPr>
        <p:spPr/>
        <p:txBody>
          <a:bodyPr/>
          <a:lstStyle/>
          <a:p>
            <a:endParaRPr lang="ko-KR" altLang="en-US"/>
          </a:p>
        </p:txBody>
      </p:sp>
      <p:sp>
        <p:nvSpPr>
          <p:cNvPr id="3" name="제목 2">
            <a:extLst>
              <a:ext uri="{FF2B5EF4-FFF2-40B4-BE49-F238E27FC236}">
                <a16:creationId xmlns:a16="http://schemas.microsoft.com/office/drawing/2014/main" id="{5183B312-3E2A-4841-8F32-30507E798538}"/>
              </a:ext>
            </a:extLst>
          </p:cNvPr>
          <p:cNvSpPr>
            <a:spLocks noGrp="1"/>
          </p:cNvSpPr>
          <p:nvPr>
            <p:ph type="title"/>
          </p:nvPr>
        </p:nvSpPr>
        <p:spPr/>
        <p:txBody>
          <a:bodyPr/>
          <a:lstStyle/>
          <a:p>
            <a:r>
              <a:rPr lang="ko-KR" altLang="en-US" dirty="0">
                <a:solidFill>
                  <a:srgbClr val="FF0000"/>
                </a:solidFill>
              </a:rPr>
              <a:t> </a:t>
            </a:r>
            <a:r>
              <a:rPr lang="en-US" altLang="ko-KR" dirty="0">
                <a:solidFill>
                  <a:srgbClr val="FF0000"/>
                </a:solidFill>
              </a:rPr>
              <a:t>Biological </a:t>
            </a:r>
            <a:r>
              <a:rPr lang="ko-KR" altLang="en-US" dirty="0">
                <a:solidFill>
                  <a:srgbClr val="FF0000"/>
                </a:solidFill>
              </a:rPr>
              <a:t>뉴런</a:t>
            </a:r>
            <a:r>
              <a:rPr lang="ko-KR" altLang="en-US" dirty="0"/>
              <a:t>의 구조</a:t>
            </a:r>
          </a:p>
        </p:txBody>
      </p:sp>
      <p:sp>
        <p:nvSpPr>
          <p:cNvPr id="4" name="슬라이드 번호 개체 틀 3">
            <a:extLst>
              <a:ext uri="{FF2B5EF4-FFF2-40B4-BE49-F238E27FC236}">
                <a16:creationId xmlns:a16="http://schemas.microsoft.com/office/drawing/2014/main" id="{B41E86BF-5091-4AF2-9A0D-C188DFA4205C}"/>
              </a:ext>
            </a:extLst>
          </p:cNvPr>
          <p:cNvSpPr>
            <a:spLocks noGrp="1"/>
          </p:cNvSpPr>
          <p:nvPr>
            <p:ph type="sldNum" sz="quarter" idx="4"/>
          </p:nvPr>
        </p:nvSpPr>
        <p:spPr/>
        <p:txBody>
          <a:bodyPr/>
          <a:lstStyle/>
          <a:p>
            <a:fld id="{08D006B4-DD64-43B7-816D-351BE851D9DC}" type="slidenum">
              <a:rPr lang="en-US" altLang="ko-KR" smtClean="0"/>
              <a:pPr/>
              <a:t>20</a:t>
            </a:fld>
            <a:endParaRPr lang="en-US" dirty="0"/>
          </a:p>
        </p:txBody>
      </p:sp>
      <p:pic>
        <p:nvPicPr>
          <p:cNvPr id="5" name="그림 4">
            <a:extLst>
              <a:ext uri="{FF2B5EF4-FFF2-40B4-BE49-F238E27FC236}">
                <a16:creationId xmlns:a16="http://schemas.microsoft.com/office/drawing/2014/main" id="{3D52D29F-82D1-4BA6-B124-01B453D0F36F}"/>
              </a:ext>
            </a:extLst>
          </p:cNvPr>
          <p:cNvPicPr>
            <a:picLocks noChangeAspect="1"/>
          </p:cNvPicPr>
          <p:nvPr/>
        </p:nvPicPr>
        <p:blipFill>
          <a:blip r:embed="rId2"/>
          <a:stretch>
            <a:fillRect/>
          </a:stretch>
        </p:blipFill>
        <p:spPr>
          <a:xfrm>
            <a:off x="138112" y="788243"/>
            <a:ext cx="8867775" cy="5953125"/>
          </a:xfrm>
          <a:prstGeom prst="rect">
            <a:avLst/>
          </a:prstGeom>
        </p:spPr>
      </p:pic>
    </p:spTree>
    <p:extLst>
      <p:ext uri="{BB962C8B-B14F-4D97-AF65-F5344CB8AC3E}">
        <p14:creationId xmlns:p14="http://schemas.microsoft.com/office/powerpoint/2010/main" val="167814060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E7B5A6F8-7E1D-4402-B13E-DF94D99E1719}"/>
              </a:ext>
            </a:extLst>
          </p:cNvPr>
          <p:cNvSpPr>
            <a:spLocks noGrp="1"/>
          </p:cNvSpPr>
          <p:nvPr>
            <p:ph idx="1"/>
          </p:nvPr>
        </p:nvSpPr>
        <p:spPr/>
        <p:txBody>
          <a:bodyPr/>
          <a:lstStyle/>
          <a:p>
            <a:endParaRPr lang="ko-KR" altLang="en-US"/>
          </a:p>
        </p:txBody>
      </p:sp>
      <p:sp>
        <p:nvSpPr>
          <p:cNvPr id="3" name="제목 2">
            <a:extLst>
              <a:ext uri="{FF2B5EF4-FFF2-40B4-BE49-F238E27FC236}">
                <a16:creationId xmlns:a16="http://schemas.microsoft.com/office/drawing/2014/main" id="{00346909-434D-4C30-B5AF-E87EEC902E7B}"/>
              </a:ext>
            </a:extLst>
          </p:cNvPr>
          <p:cNvSpPr>
            <a:spLocks noGrp="1"/>
          </p:cNvSpPr>
          <p:nvPr>
            <p:ph type="title"/>
          </p:nvPr>
        </p:nvSpPr>
        <p:spPr/>
        <p:txBody>
          <a:bodyPr/>
          <a:lstStyle/>
          <a:p>
            <a:endParaRPr lang="ko-KR" altLang="en-US"/>
          </a:p>
        </p:txBody>
      </p:sp>
      <p:sp>
        <p:nvSpPr>
          <p:cNvPr id="4" name="슬라이드 번호 개체 틀 3">
            <a:extLst>
              <a:ext uri="{FF2B5EF4-FFF2-40B4-BE49-F238E27FC236}">
                <a16:creationId xmlns:a16="http://schemas.microsoft.com/office/drawing/2014/main" id="{ADA15894-71A7-45BF-BAA4-2521B1A750AC}"/>
              </a:ext>
            </a:extLst>
          </p:cNvPr>
          <p:cNvSpPr>
            <a:spLocks noGrp="1"/>
          </p:cNvSpPr>
          <p:nvPr>
            <p:ph type="sldNum" sz="quarter" idx="4"/>
          </p:nvPr>
        </p:nvSpPr>
        <p:spPr/>
        <p:txBody>
          <a:bodyPr/>
          <a:lstStyle/>
          <a:p>
            <a:fld id="{08D006B4-DD64-43B7-816D-351BE851D9DC}" type="slidenum">
              <a:rPr lang="en-US" altLang="ko-KR" smtClean="0"/>
              <a:pPr/>
              <a:t>21</a:t>
            </a:fld>
            <a:endParaRPr lang="en-US" dirty="0"/>
          </a:p>
        </p:txBody>
      </p:sp>
      <p:pic>
        <p:nvPicPr>
          <p:cNvPr id="5" name="그림 4">
            <a:extLst>
              <a:ext uri="{FF2B5EF4-FFF2-40B4-BE49-F238E27FC236}">
                <a16:creationId xmlns:a16="http://schemas.microsoft.com/office/drawing/2014/main" id="{3CF733F5-458F-429B-B8C4-2EE5ECFE2D36}"/>
              </a:ext>
            </a:extLst>
          </p:cNvPr>
          <p:cNvPicPr>
            <a:picLocks noChangeAspect="1"/>
          </p:cNvPicPr>
          <p:nvPr/>
        </p:nvPicPr>
        <p:blipFill>
          <a:blip r:embed="rId2"/>
          <a:stretch>
            <a:fillRect/>
          </a:stretch>
        </p:blipFill>
        <p:spPr>
          <a:xfrm>
            <a:off x="128431" y="166200"/>
            <a:ext cx="8887138" cy="6525600"/>
          </a:xfrm>
          <a:prstGeom prst="rect">
            <a:avLst/>
          </a:prstGeom>
        </p:spPr>
      </p:pic>
    </p:spTree>
    <p:extLst>
      <p:ext uri="{BB962C8B-B14F-4D97-AF65-F5344CB8AC3E}">
        <p14:creationId xmlns:p14="http://schemas.microsoft.com/office/powerpoint/2010/main" val="3832180136"/>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5947E58B-9E6E-41DC-A426-BB74F23FE674}"/>
              </a:ext>
            </a:extLst>
          </p:cNvPr>
          <p:cNvSpPr>
            <a:spLocks noGrp="1"/>
          </p:cNvSpPr>
          <p:nvPr>
            <p:ph idx="1"/>
          </p:nvPr>
        </p:nvSpPr>
        <p:spPr/>
        <p:txBody>
          <a:bodyPr/>
          <a:lstStyle/>
          <a:p>
            <a:endParaRPr lang="ko-KR" altLang="en-US"/>
          </a:p>
        </p:txBody>
      </p:sp>
      <p:sp>
        <p:nvSpPr>
          <p:cNvPr id="3" name="제목 2">
            <a:extLst>
              <a:ext uri="{FF2B5EF4-FFF2-40B4-BE49-F238E27FC236}">
                <a16:creationId xmlns:a16="http://schemas.microsoft.com/office/drawing/2014/main" id="{2E821373-BC24-4926-9A93-3866A1A99E6A}"/>
              </a:ext>
            </a:extLst>
          </p:cNvPr>
          <p:cNvSpPr>
            <a:spLocks noGrp="1"/>
          </p:cNvSpPr>
          <p:nvPr>
            <p:ph type="title"/>
          </p:nvPr>
        </p:nvSpPr>
        <p:spPr/>
        <p:txBody>
          <a:bodyPr/>
          <a:lstStyle/>
          <a:p>
            <a:endParaRPr lang="ko-KR" altLang="en-US"/>
          </a:p>
        </p:txBody>
      </p:sp>
      <p:sp>
        <p:nvSpPr>
          <p:cNvPr id="4" name="슬라이드 번호 개체 틀 3">
            <a:extLst>
              <a:ext uri="{FF2B5EF4-FFF2-40B4-BE49-F238E27FC236}">
                <a16:creationId xmlns:a16="http://schemas.microsoft.com/office/drawing/2014/main" id="{F9CB39BA-9D8D-425A-9F25-0A0681FF3A52}"/>
              </a:ext>
            </a:extLst>
          </p:cNvPr>
          <p:cNvSpPr>
            <a:spLocks noGrp="1"/>
          </p:cNvSpPr>
          <p:nvPr>
            <p:ph type="sldNum" sz="quarter" idx="4"/>
          </p:nvPr>
        </p:nvSpPr>
        <p:spPr/>
        <p:txBody>
          <a:bodyPr/>
          <a:lstStyle/>
          <a:p>
            <a:fld id="{08D006B4-DD64-43B7-816D-351BE851D9DC}" type="slidenum">
              <a:rPr lang="en-US" altLang="ko-KR" smtClean="0"/>
              <a:pPr/>
              <a:t>22</a:t>
            </a:fld>
            <a:endParaRPr lang="en-US" dirty="0"/>
          </a:p>
        </p:txBody>
      </p:sp>
      <p:pic>
        <p:nvPicPr>
          <p:cNvPr id="5122" name="Picture 2" descr="뉴런 : 학습백과zum">
            <a:extLst>
              <a:ext uri="{FF2B5EF4-FFF2-40B4-BE49-F238E27FC236}">
                <a16:creationId xmlns:a16="http://schemas.microsoft.com/office/drawing/2014/main" id="{F89EC258-0734-4710-B122-61FA2865D4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3" y="908721"/>
            <a:ext cx="4641944" cy="18002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뉴런 (Neuron)">
            <a:extLst>
              <a:ext uri="{FF2B5EF4-FFF2-40B4-BE49-F238E27FC236}">
                <a16:creationId xmlns:a16="http://schemas.microsoft.com/office/drawing/2014/main" id="{A18CD41B-BF4B-4DE7-8BED-3D422F7DA6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130" y="3279596"/>
            <a:ext cx="4316710" cy="236220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1000억개 뉴런, 100조개 시냅스…이들은 기억에서 무슨 일할까 : 과학 ...">
            <a:extLst>
              <a:ext uri="{FF2B5EF4-FFF2-40B4-BE49-F238E27FC236}">
                <a16:creationId xmlns:a16="http://schemas.microsoft.com/office/drawing/2014/main" id="{AD006421-EFB4-4EFA-90DA-9CC5C8A3F6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33229" y="1294884"/>
            <a:ext cx="4143030" cy="42682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1377057"/>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FC6C1880-03B3-40BE-A5B9-A6B1C28C452D}"/>
              </a:ext>
            </a:extLst>
          </p:cNvPr>
          <p:cNvSpPr>
            <a:spLocks noGrp="1"/>
          </p:cNvSpPr>
          <p:nvPr>
            <p:ph idx="1"/>
          </p:nvPr>
        </p:nvSpPr>
        <p:spPr>
          <a:xfrm>
            <a:off x="257968" y="836712"/>
            <a:ext cx="4702323" cy="4724400"/>
          </a:xfrm>
        </p:spPr>
        <p:txBody>
          <a:bodyPr/>
          <a:lstStyle/>
          <a:p>
            <a:r>
              <a:rPr lang="en-US" altLang="ko-KR" sz="1800" dirty="0"/>
              <a:t>Synapse</a:t>
            </a:r>
          </a:p>
          <a:p>
            <a:pPr lvl="1"/>
            <a:r>
              <a:rPr lang="en-US" altLang="ko-KR" sz="1800" dirty="0">
                <a:hlinkClick r:id="rId2" tooltip="Ancient Greek"/>
              </a:rPr>
              <a:t>Greek</a:t>
            </a:r>
            <a:r>
              <a:rPr lang="en-US" altLang="ko-KR" sz="1800" dirty="0"/>
              <a:t> </a:t>
            </a:r>
          </a:p>
          <a:p>
            <a:pPr lvl="1"/>
            <a:r>
              <a:rPr lang="en-US" altLang="ko-KR" sz="1800" i="1" dirty="0"/>
              <a:t>synapsis</a:t>
            </a:r>
            <a:r>
              <a:rPr lang="en-US" altLang="ko-KR" sz="1800" dirty="0"/>
              <a:t> (</a:t>
            </a:r>
            <a:r>
              <a:rPr lang="en-US" altLang="ko-KR" sz="1800" dirty="0" err="1"/>
              <a:t>συνάψις</a:t>
            </a:r>
            <a:r>
              <a:rPr lang="en-US" altLang="ko-KR" sz="1800" dirty="0"/>
              <a:t>) meaning "</a:t>
            </a:r>
            <a:r>
              <a:rPr lang="en-US" altLang="ko-KR" sz="1800" dirty="0">
                <a:solidFill>
                  <a:srgbClr val="FF0000"/>
                </a:solidFill>
              </a:rPr>
              <a:t>conjunction</a:t>
            </a:r>
            <a:r>
              <a:rPr lang="en-US" altLang="ko-KR" sz="1800" dirty="0"/>
              <a:t>“</a:t>
            </a:r>
          </a:p>
          <a:p>
            <a:pPr lvl="1"/>
            <a:r>
              <a:rPr lang="en-US" altLang="ko-KR" sz="1800" dirty="0"/>
              <a:t>and from </a:t>
            </a:r>
            <a:r>
              <a:rPr lang="en-US" altLang="ko-KR" sz="1800" dirty="0" err="1"/>
              <a:t>συνά</a:t>
            </a:r>
            <a:r>
              <a:rPr lang="en-US" altLang="ko-KR" sz="1800" dirty="0"/>
              <a:t>πτεὶν </a:t>
            </a:r>
          </a:p>
          <a:p>
            <a:pPr lvl="2"/>
            <a:r>
              <a:rPr lang="en-US" altLang="ko-KR" sz="1800" dirty="0" err="1"/>
              <a:t>συν</a:t>
            </a:r>
            <a:r>
              <a:rPr lang="en-US" altLang="ko-KR" sz="1800" dirty="0"/>
              <a:t> meaning "</a:t>
            </a:r>
            <a:r>
              <a:rPr lang="en-US" altLang="ko-KR" sz="1800" dirty="0">
                <a:solidFill>
                  <a:srgbClr val="FF0000"/>
                </a:solidFill>
              </a:rPr>
              <a:t>together</a:t>
            </a:r>
            <a:r>
              <a:rPr lang="en-US" altLang="ko-KR" sz="1800" dirty="0"/>
              <a:t>“ and </a:t>
            </a:r>
          </a:p>
          <a:p>
            <a:pPr lvl="2"/>
            <a:r>
              <a:rPr lang="en-US" altLang="ko-KR" sz="1800" dirty="0"/>
              <a:t>ἅπ</a:t>
            </a:r>
            <a:r>
              <a:rPr lang="en-US" altLang="ko-KR" sz="1800" dirty="0" err="1"/>
              <a:t>τειν</a:t>
            </a:r>
            <a:r>
              <a:rPr lang="en-US" altLang="ko-KR" sz="1800" dirty="0"/>
              <a:t> meaning "</a:t>
            </a:r>
            <a:r>
              <a:rPr lang="en-US" altLang="ko-KR" sz="1800" dirty="0">
                <a:solidFill>
                  <a:srgbClr val="FF0000"/>
                </a:solidFill>
              </a:rPr>
              <a:t>to fasten</a:t>
            </a:r>
            <a:r>
              <a:rPr lang="en-US" altLang="ko-KR" sz="1800" dirty="0"/>
              <a:t>".</a:t>
            </a:r>
          </a:p>
        </p:txBody>
      </p:sp>
      <p:sp>
        <p:nvSpPr>
          <p:cNvPr id="3" name="제목 2">
            <a:extLst>
              <a:ext uri="{FF2B5EF4-FFF2-40B4-BE49-F238E27FC236}">
                <a16:creationId xmlns:a16="http://schemas.microsoft.com/office/drawing/2014/main" id="{6DFABEEB-2721-401E-A30B-6FEB52697183}"/>
              </a:ext>
            </a:extLst>
          </p:cNvPr>
          <p:cNvSpPr>
            <a:spLocks noGrp="1"/>
          </p:cNvSpPr>
          <p:nvPr>
            <p:ph type="title"/>
          </p:nvPr>
        </p:nvSpPr>
        <p:spPr/>
        <p:txBody>
          <a:bodyPr/>
          <a:lstStyle/>
          <a:p>
            <a:r>
              <a:rPr lang="en-US" altLang="ko-KR" dirty="0"/>
              <a:t>Synapse (</a:t>
            </a:r>
            <a:r>
              <a:rPr lang="ko-KR" altLang="en-US" dirty="0"/>
              <a:t>연접</a:t>
            </a:r>
            <a:r>
              <a:rPr lang="en-US" altLang="ko-KR" dirty="0"/>
              <a:t>): 1897</a:t>
            </a:r>
            <a:endParaRPr lang="ko-KR" altLang="en-US" dirty="0"/>
          </a:p>
        </p:txBody>
      </p:sp>
      <p:sp>
        <p:nvSpPr>
          <p:cNvPr id="4" name="슬라이드 번호 개체 틀 3">
            <a:extLst>
              <a:ext uri="{FF2B5EF4-FFF2-40B4-BE49-F238E27FC236}">
                <a16:creationId xmlns:a16="http://schemas.microsoft.com/office/drawing/2014/main" id="{39C9CE6D-24C5-4DB0-A8E9-74ABFBDC0023}"/>
              </a:ext>
            </a:extLst>
          </p:cNvPr>
          <p:cNvSpPr>
            <a:spLocks noGrp="1"/>
          </p:cNvSpPr>
          <p:nvPr>
            <p:ph type="sldNum" sz="quarter" idx="4"/>
          </p:nvPr>
        </p:nvSpPr>
        <p:spPr/>
        <p:txBody>
          <a:bodyPr/>
          <a:lstStyle/>
          <a:p>
            <a:fld id="{08D006B4-DD64-43B7-816D-351BE851D9DC}" type="slidenum">
              <a:rPr lang="en-US" altLang="ko-KR" smtClean="0"/>
              <a:pPr/>
              <a:t>23</a:t>
            </a:fld>
            <a:endParaRPr lang="en-US" dirty="0"/>
          </a:p>
        </p:txBody>
      </p:sp>
      <p:pic>
        <p:nvPicPr>
          <p:cNvPr id="6" name="그림 5">
            <a:extLst>
              <a:ext uri="{FF2B5EF4-FFF2-40B4-BE49-F238E27FC236}">
                <a16:creationId xmlns:a16="http://schemas.microsoft.com/office/drawing/2014/main" id="{8477B278-2EBA-4965-89A6-AD5E130CB087}"/>
              </a:ext>
            </a:extLst>
          </p:cNvPr>
          <p:cNvPicPr>
            <a:picLocks noChangeAspect="1"/>
          </p:cNvPicPr>
          <p:nvPr/>
        </p:nvPicPr>
        <p:blipFill>
          <a:blip r:embed="rId3"/>
          <a:stretch>
            <a:fillRect/>
          </a:stretch>
        </p:blipFill>
        <p:spPr>
          <a:xfrm>
            <a:off x="2051720" y="3532658"/>
            <a:ext cx="5278319" cy="3223444"/>
          </a:xfrm>
          <a:prstGeom prst="rect">
            <a:avLst/>
          </a:prstGeom>
        </p:spPr>
      </p:pic>
      <p:sp>
        <p:nvSpPr>
          <p:cNvPr id="7" name="내용 개체 틀 1">
            <a:extLst>
              <a:ext uri="{FF2B5EF4-FFF2-40B4-BE49-F238E27FC236}">
                <a16:creationId xmlns:a16="http://schemas.microsoft.com/office/drawing/2014/main" id="{D2E99EE0-A3C3-4B30-9EF8-A5A2885EB6E3}"/>
              </a:ext>
            </a:extLst>
          </p:cNvPr>
          <p:cNvSpPr txBox="1">
            <a:spLocks/>
          </p:cNvSpPr>
          <p:nvPr/>
        </p:nvSpPr>
        <p:spPr bwMode="auto">
          <a:xfrm>
            <a:off x="4313245" y="963142"/>
            <a:ext cx="4702323"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type="none" w="sm" len="sm"/>
                <a:tailEnd type="none" w="sm" len="sm"/>
              </a14:hiddenLine>
            </a:ext>
          </a:extLst>
        </p:spPr>
        <p:txBody>
          <a:bodyPr vert="horz" wrap="square" lIns="91440" tIns="45720" rIns="91440" bIns="45720" numCol="1" anchor="t" anchorCtr="0" compatLnSpc="1">
            <a:prstTxWarp prst="textNoShape">
              <a:avLst/>
            </a:prstTxWarp>
          </a:bodyPr>
          <a:lstStyle>
            <a:lvl1pPr marL="257175" indent="-257175" algn="l" rtl="0" eaLnBrk="0" fontAlgn="base" latinLnBrk="1" hangingPunct="0">
              <a:lnSpc>
                <a:spcPct val="110000"/>
              </a:lnSpc>
              <a:spcBef>
                <a:spcPct val="20000"/>
              </a:spcBef>
              <a:spcAft>
                <a:spcPct val="0"/>
              </a:spcAft>
              <a:buClr>
                <a:srgbClr val="6600FF"/>
              </a:buClr>
              <a:buFont typeface="Wingdings" pitchFamily="2" charset="2"/>
              <a:buChar char="n"/>
              <a:defRPr kumimoji="1" sz="1700" b="1">
                <a:solidFill>
                  <a:schemeClr val="tx1"/>
                </a:solidFill>
                <a:latin typeface="+mn-lt"/>
                <a:ea typeface="+mn-ea"/>
                <a:cs typeface="+mn-cs"/>
              </a:defRPr>
            </a:lvl1pPr>
            <a:lvl2pPr marL="557213" indent="-214313" algn="l" rtl="0" eaLnBrk="0" fontAlgn="base" latinLnBrk="1" hangingPunct="0">
              <a:lnSpc>
                <a:spcPct val="110000"/>
              </a:lnSpc>
              <a:spcBef>
                <a:spcPct val="20000"/>
              </a:spcBef>
              <a:spcAft>
                <a:spcPct val="0"/>
              </a:spcAft>
              <a:buClr>
                <a:srgbClr val="6600FF"/>
              </a:buClr>
              <a:buChar char="–"/>
              <a:defRPr kumimoji="1" sz="1550" b="1">
                <a:solidFill>
                  <a:schemeClr val="tx1"/>
                </a:solidFill>
                <a:latin typeface="Arial" charset="0"/>
                <a:ea typeface="+mn-ea"/>
              </a:defRPr>
            </a:lvl2pPr>
            <a:lvl3pPr marL="857250" indent="-171450" algn="l" rtl="0" eaLnBrk="0" fontAlgn="base" latinLnBrk="1" hangingPunct="0">
              <a:lnSpc>
                <a:spcPct val="110000"/>
              </a:lnSpc>
              <a:spcBef>
                <a:spcPct val="20000"/>
              </a:spcBef>
              <a:spcAft>
                <a:spcPct val="0"/>
              </a:spcAft>
              <a:buClr>
                <a:srgbClr val="6600FF"/>
              </a:buClr>
              <a:buChar char="•"/>
              <a:defRPr kumimoji="1" sz="1400" b="1">
                <a:solidFill>
                  <a:schemeClr val="tx1"/>
                </a:solidFill>
                <a:latin typeface="Arial" charset="0"/>
                <a:ea typeface="+mn-ea"/>
              </a:defRPr>
            </a:lvl3pPr>
            <a:lvl4pPr marL="1200150" indent="-171450" algn="l" rtl="0" eaLnBrk="0" fontAlgn="base" latinLnBrk="1" hangingPunct="0">
              <a:lnSpc>
                <a:spcPct val="110000"/>
              </a:lnSpc>
              <a:spcBef>
                <a:spcPct val="20000"/>
              </a:spcBef>
              <a:spcAft>
                <a:spcPct val="0"/>
              </a:spcAft>
              <a:buClr>
                <a:srgbClr val="6600FF"/>
              </a:buClr>
              <a:buChar char="–"/>
              <a:defRPr kumimoji="1" sz="1250" b="1">
                <a:solidFill>
                  <a:schemeClr val="tx1"/>
                </a:solidFill>
                <a:latin typeface="Arial" charset="0"/>
                <a:ea typeface="+mn-ea"/>
              </a:defRPr>
            </a:lvl4pPr>
            <a:lvl5pPr marL="1543050" indent="-171450" algn="l" rtl="0" eaLnBrk="0" fontAlgn="base" latinLnBrk="1" hangingPunct="0">
              <a:lnSpc>
                <a:spcPct val="110000"/>
              </a:lnSpc>
              <a:spcBef>
                <a:spcPct val="20000"/>
              </a:spcBef>
              <a:spcAft>
                <a:spcPct val="0"/>
              </a:spcAft>
              <a:buClr>
                <a:srgbClr val="6600FF"/>
              </a:buClr>
              <a:buChar char="•"/>
              <a:defRPr kumimoji="1" sz="1250" b="1">
                <a:solidFill>
                  <a:schemeClr val="tx1"/>
                </a:solidFill>
                <a:latin typeface="Arial" charset="0"/>
                <a:ea typeface="+mn-ea"/>
              </a:defRPr>
            </a:lvl5pPr>
            <a:lvl6pPr marL="1885950" indent="-171450" algn="l" rtl="0" fontAlgn="base" latinLnBrk="1">
              <a:lnSpc>
                <a:spcPct val="110000"/>
              </a:lnSpc>
              <a:spcBef>
                <a:spcPct val="20000"/>
              </a:spcBef>
              <a:spcAft>
                <a:spcPct val="0"/>
              </a:spcAft>
              <a:buClr>
                <a:srgbClr val="6600FF"/>
              </a:buClr>
              <a:buChar char="•"/>
              <a:defRPr kumimoji="1" sz="1125" b="1">
                <a:solidFill>
                  <a:schemeClr val="tx1"/>
                </a:solidFill>
                <a:latin typeface="+mn-lt"/>
                <a:ea typeface="+mn-ea"/>
              </a:defRPr>
            </a:lvl6pPr>
            <a:lvl7pPr marL="2228850" indent="-171450" algn="l" rtl="0" fontAlgn="base" latinLnBrk="1">
              <a:lnSpc>
                <a:spcPct val="110000"/>
              </a:lnSpc>
              <a:spcBef>
                <a:spcPct val="20000"/>
              </a:spcBef>
              <a:spcAft>
                <a:spcPct val="0"/>
              </a:spcAft>
              <a:buClr>
                <a:srgbClr val="6600FF"/>
              </a:buClr>
              <a:buChar char="•"/>
              <a:defRPr kumimoji="1" sz="1125" b="1">
                <a:solidFill>
                  <a:schemeClr val="tx1"/>
                </a:solidFill>
                <a:latin typeface="+mn-lt"/>
                <a:ea typeface="+mn-ea"/>
              </a:defRPr>
            </a:lvl7pPr>
            <a:lvl8pPr marL="2571750" indent="-171450" algn="l" rtl="0" fontAlgn="base" latinLnBrk="1">
              <a:lnSpc>
                <a:spcPct val="110000"/>
              </a:lnSpc>
              <a:spcBef>
                <a:spcPct val="20000"/>
              </a:spcBef>
              <a:spcAft>
                <a:spcPct val="0"/>
              </a:spcAft>
              <a:buClr>
                <a:srgbClr val="6600FF"/>
              </a:buClr>
              <a:buChar char="•"/>
              <a:defRPr kumimoji="1" sz="1125" b="1">
                <a:solidFill>
                  <a:schemeClr val="tx1"/>
                </a:solidFill>
                <a:latin typeface="+mn-lt"/>
                <a:ea typeface="+mn-ea"/>
              </a:defRPr>
            </a:lvl8pPr>
            <a:lvl9pPr marL="2914650" indent="-171450" algn="l" rtl="0" fontAlgn="base" latinLnBrk="1">
              <a:lnSpc>
                <a:spcPct val="110000"/>
              </a:lnSpc>
              <a:spcBef>
                <a:spcPct val="20000"/>
              </a:spcBef>
              <a:spcAft>
                <a:spcPct val="0"/>
              </a:spcAft>
              <a:buClr>
                <a:srgbClr val="6600FF"/>
              </a:buClr>
              <a:buChar char="•"/>
              <a:defRPr kumimoji="1" sz="1125" b="1">
                <a:solidFill>
                  <a:schemeClr val="tx1"/>
                </a:solidFill>
                <a:latin typeface="+mn-lt"/>
                <a:ea typeface="+mn-ea"/>
              </a:defRPr>
            </a:lvl9pPr>
          </a:lstStyle>
          <a:p>
            <a:r>
              <a:rPr lang="en-US" altLang="ko-KR" sz="1800" kern="0" dirty="0"/>
              <a:t>1897: Introduced by the English neurophysiologist </a:t>
            </a:r>
          </a:p>
          <a:p>
            <a:pPr lvl="1"/>
            <a:r>
              <a:rPr lang="en-US" altLang="ko-KR" sz="1650" kern="0" dirty="0">
                <a:hlinkClick r:id="rId4" tooltip="Charles Scott Sherrington"/>
              </a:rPr>
              <a:t>Charles Sherrington</a:t>
            </a:r>
            <a:r>
              <a:rPr lang="en-US" altLang="ko-KR" sz="1650" kern="0" dirty="0"/>
              <a:t> </a:t>
            </a:r>
          </a:p>
          <a:p>
            <a:pPr lvl="1"/>
            <a:r>
              <a:rPr lang="en-US" altLang="ko-KR" sz="1650" kern="0" dirty="0"/>
              <a:t>in </a:t>
            </a:r>
            <a:r>
              <a:rPr lang="en-US" altLang="ko-KR" sz="1650" kern="0" dirty="0">
                <a:hlinkClick r:id="rId5" tooltip="Michael Foster (physiologist)"/>
              </a:rPr>
              <a:t>Michael Foster</a:t>
            </a:r>
            <a:r>
              <a:rPr lang="en-US" altLang="ko-KR" sz="1650" kern="0" dirty="0"/>
              <a:t>'s </a:t>
            </a:r>
            <a:r>
              <a:rPr lang="en-US" altLang="ko-KR" sz="1650" i="1" kern="0" dirty="0"/>
              <a:t>Textbook of Physiology</a:t>
            </a:r>
            <a:r>
              <a:rPr lang="en-US" altLang="ko-KR" sz="1650" kern="0" dirty="0"/>
              <a:t>. </a:t>
            </a:r>
          </a:p>
        </p:txBody>
      </p:sp>
    </p:spTree>
    <p:extLst>
      <p:ext uri="{BB962C8B-B14F-4D97-AF65-F5344CB8AC3E}">
        <p14:creationId xmlns:p14="http://schemas.microsoft.com/office/powerpoint/2010/main" val="2489250534"/>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801383B1-E418-4F7E-8C9A-6B7BE4D2E3CF}"/>
              </a:ext>
            </a:extLst>
          </p:cNvPr>
          <p:cNvSpPr>
            <a:spLocks noGrp="1"/>
          </p:cNvSpPr>
          <p:nvPr>
            <p:ph idx="1"/>
          </p:nvPr>
        </p:nvSpPr>
        <p:spPr>
          <a:xfrm>
            <a:off x="323528" y="764704"/>
            <a:ext cx="8496944" cy="6336704"/>
          </a:xfrm>
        </p:spPr>
        <p:txBody>
          <a:bodyPr/>
          <a:lstStyle/>
          <a:p>
            <a:r>
              <a:rPr lang="en-US" altLang="ko-KR" sz="1800" dirty="0"/>
              <a:t>Plastic:</a:t>
            </a:r>
            <a:r>
              <a:rPr lang="ko-KR" altLang="en-US" sz="1800" dirty="0"/>
              <a:t> </a:t>
            </a:r>
            <a:endParaRPr lang="en-US" altLang="ko-KR" sz="1800" dirty="0"/>
          </a:p>
          <a:p>
            <a:pPr lvl="1"/>
            <a:r>
              <a:rPr lang="ko-KR" altLang="en-US" sz="1600" dirty="0">
                <a:solidFill>
                  <a:srgbClr val="FF0000"/>
                </a:solidFill>
              </a:rPr>
              <a:t>형성하는</a:t>
            </a:r>
            <a:r>
              <a:rPr lang="en-US" altLang="ko-KR" sz="1600" dirty="0">
                <a:solidFill>
                  <a:srgbClr val="FF0000"/>
                </a:solidFill>
              </a:rPr>
              <a:t>, </a:t>
            </a:r>
            <a:r>
              <a:rPr lang="ko-KR" altLang="en-US" sz="1600" dirty="0">
                <a:solidFill>
                  <a:srgbClr val="FF0000"/>
                </a:solidFill>
              </a:rPr>
              <a:t>소조 할 수 있는</a:t>
            </a:r>
            <a:r>
              <a:rPr lang="en-US" altLang="ko-KR" sz="1600" dirty="0">
                <a:solidFill>
                  <a:srgbClr val="FF0000"/>
                </a:solidFill>
              </a:rPr>
              <a:t>, </a:t>
            </a:r>
            <a:r>
              <a:rPr lang="ko-KR" altLang="en-US" sz="1600" dirty="0">
                <a:solidFill>
                  <a:srgbClr val="FF0000"/>
                </a:solidFill>
              </a:rPr>
              <a:t>유연한</a:t>
            </a:r>
            <a:r>
              <a:rPr lang="en-US" altLang="ko-KR" sz="1600" dirty="0">
                <a:solidFill>
                  <a:srgbClr val="FF0000"/>
                </a:solidFill>
              </a:rPr>
              <a:t>, </a:t>
            </a:r>
            <a:r>
              <a:rPr lang="ko-KR" altLang="en-US" sz="1600" dirty="0">
                <a:solidFill>
                  <a:srgbClr val="FF0000"/>
                </a:solidFill>
              </a:rPr>
              <a:t>소조의</a:t>
            </a:r>
            <a:r>
              <a:rPr lang="en-US" altLang="ko-KR" sz="1600" dirty="0">
                <a:solidFill>
                  <a:srgbClr val="FF0000"/>
                </a:solidFill>
              </a:rPr>
              <a:t>, </a:t>
            </a:r>
            <a:r>
              <a:rPr lang="ko-KR" altLang="en-US" sz="1600" dirty="0">
                <a:solidFill>
                  <a:srgbClr val="FF0000"/>
                </a:solidFill>
              </a:rPr>
              <a:t>성형의</a:t>
            </a:r>
            <a:endParaRPr lang="en-US" altLang="ko-KR" sz="1600" dirty="0">
              <a:solidFill>
                <a:srgbClr val="FF0000"/>
              </a:solidFill>
            </a:endParaRPr>
          </a:p>
          <a:p>
            <a:pPr lvl="1"/>
            <a:r>
              <a:rPr lang="ko-KR" altLang="en-US" sz="1600" dirty="0"/>
              <a:t>플라스틱</a:t>
            </a:r>
            <a:r>
              <a:rPr lang="en-US" altLang="ko-KR" sz="1600" dirty="0"/>
              <a:t>, </a:t>
            </a:r>
            <a:r>
              <a:rPr lang="ko-KR" altLang="en-US" sz="1600" dirty="0"/>
              <a:t>비닐의</a:t>
            </a:r>
            <a:r>
              <a:rPr lang="en-US" altLang="ko-KR" sz="1600" dirty="0"/>
              <a:t>, </a:t>
            </a:r>
            <a:r>
              <a:rPr lang="ko-KR" altLang="en-US" sz="1600" dirty="0"/>
              <a:t>신용 카드의</a:t>
            </a:r>
            <a:r>
              <a:rPr lang="en-US" altLang="ko-KR" sz="1600" dirty="0"/>
              <a:t>, </a:t>
            </a:r>
            <a:r>
              <a:rPr lang="ko-KR" altLang="en-US" sz="1600" dirty="0"/>
              <a:t>가소성의</a:t>
            </a:r>
            <a:endParaRPr lang="en-US" altLang="ko-KR" sz="1600" dirty="0"/>
          </a:p>
          <a:p>
            <a:pPr lvl="1"/>
            <a:r>
              <a:rPr lang="ko-KR" altLang="en-US" sz="1600" dirty="0"/>
              <a:t>유래</a:t>
            </a:r>
            <a:r>
              <a:rPr lang="en-US" altLang="ko-KR" sz="1600" dirty="0"/>
              <a:t>: </a:t>
            </a:r>
            <a:r>
              <a:rPr lang="ko-KR" altLang="en-US" sz="1600" dirty="0">
                <a:solidFill>
                  <a:srgbClr val="FF0000"/>
                </a:solidFill>
              </a:rPr>
              <a:t>그리스어 </a:t>
            </a:r>
            <a:r>
              <a:rPr lang="en-US" altLang="ko-KR" sz="1600" dirty="0" err="1">
                <a:solidFill>
                  <a:srgbClr val="FF0000"/>
                </a:solidFill>
              </a:rPr>
              <a:t>plastikos</a:t>
            </a:r>
            <a:r>
              <a:rPr lang="ko-KR" altLang="en-US" sz="1600" dirty="0">
                <a:solidFill>
                  <a:srgbClr val="FF0000"/>
                </a:solidFill>
              </a:rPr>
              <a:t> </a:t>
            </a:r>
            <a:r>
              <a:rPr lang="en-US" altLang="ko-KR" sz="1600" dirty="0"/>
              <a:t>(</a:t>
            </a:r>
            <a:r>
              <a:rPr lang="ko-KR" altLang="en-US" sz="1600" dirty="0"/>
              <a:t>쉽게 원하는 모양으로 가공할 수 있다는 의미</a:t>
            </a:r>
            <a:r>
              <a:rPr lang="en-US" altLang="ko-KR" sz="1600" dirty="0"/>
              <a:t>)</a:t>
            </a:r>
          </a:p>
          <a:p>
            <a:pPr lvl="1"/>
            <a:r>
              <a:rPr lang="en-US" altLang="ko-KR" sz="1800" dirty="0"/>
              <a:t>Plastic surgery: </a:t>
            </a:r>
            <a:r>
              <a:rPr lang="ko-KR" altLang="en-US" sz="1800" dirty="0"/>
              <a:t>성형수술</a:t>
            </a:r>
            <a:endParaRPr lang="en-US" altLang="ko-KR" sz="1800" dirty="0"/>
          </a:p>
          <a:p>
            <a:pPr lvl="1"/>
            <a:endParaRPr lang="en-US" altLang="ko-KR" sz="1800" dirty="0"/>
          </a:p>
          <a:p>
            <a:r>
              <a:rPr lang="en-US" altLang="ko-KR" sz="1800" dirty="0"/>
              <a:t>Plasticity: </a:t>
            </a:r>
            <a:r>
              <a:rPr lang="ko-KR" altLang="en-US" sz="1800" dirty="0"/>
              <a:t>가소성 </a:t>
            </a:r>
            <a:r>
              <a:rPr lang="en-US" altLang="ko-KR" sz="1800" dirty="0"/>
              <a:t>(</a:t>
            </a:r>
            <a:r>
              <a:rPr lang="ko-KR" altLang="en-US" sz="1800" dirty="0"/>
              <a:t>可塑性</a:t>
            </a:r>
            <a:r>
              <a:rPr lang="en-US" altLang="ko-KR" sz="1800" dirty="0"/>
              <a:t>, </a:t>
            </a:r>
            <a:r>
              <a:rPr lang="ko-KR" altLang="en-US" sz="1800" dirty="0"/>
              <a:t>塑</a:t>
            </a:r>
            <a:r>
              <a:rPr lang="en-US" altLang="ko-KR" sz="1800" dirty="0"/>
              <a:t>= </a:t>
            </a:r>
            <a:r>
              <a:rPr lang="ko-KR" altLang="en-US" sz="1800" dirty="0"/>
              <a:t>빚을 소</a:t>
            </a:r>
            <a:r>
              <a:rPr lang="en-US" altLang="ko-KR" sz="1800" dirty="0"/>
              <a:t>) = Plastic</a:t>
            </a:r>
            <a:r>
              <a:rPr lang="ko-KR" altLang="en-US" sz="1800" dirty="0"/>
              <a:t> </a:t>
            </a:r>
            <a:r>
              <a:rPr lang="en-US" altLang="ko-KR" sz="1800" dirty="0"/>
              <a:t>deformation</a:t>
            </a:r>
          </a:p>
          <a:p>
            <a:pPr lvl="1"/>
            <a:r>
              <a:rPr lang="en-US" altLang="ko-KR" sz="1600" dirty="0"/>
              <a:t>The ability of a solid material to undergo permanent deformation in response to applied forces</a:t>
            </a:r>
          </a:p>
          <a:p>
            <a:pPr lvl="1"/>
            <a:r>
              <a:rPr lang="en-US" altLang="ko-KR" sz="1600" dirty="0"/>
              <a:t>Permanent deformation: a non-reversible change of shape</a:t>
            </a:r>
          </a:p>
          <a:p>
            <a:pPr lvl="1"/>
            <a:endParaRPr lang="en-US" altLang="ko-KR" sz="1600" dirty="0"/>
          </a:p>
          <a:p>
            <a:r>
              <a:rPr lang="ko-KR" altLang="en-US" sz="1800" dirty="0" err="1"/>
              <a:t>신경가소성</a:t>
            </a:r>
            <a:r>
              <a:rPr lang="en-US" altLang="ko-KR" sz="1800" dirty="0"/>
              <a:t>(Neuroplasticity)</a:t>
            </a:r>
          </a:p>
          <a:p>
            <a:pPr lvl="1"/>
            <a:r>
              <a:rPr lang="ko-KR" altLang="en-US" sz="1600" dirty="0"/>
              <a:t>인간의 두뇌가 경험에 의해 변화되는 능력</a:t>
            </a:r>
            <a:endParaRPr lang="en-US" altLang="ko-KR" sz="1600" dirty="0"/>
          </a:p>
          <a:p>
            <a:pPr lvl="1"/>
            <a:r>
              <a:rPr lang="ko-KR" altLang="en-US" sz="1600" dirty="0"/>
              <a:t>뇌가 </a:t>
            </a:r>
            <a:r>
              <a:rPr lang="ko-KR" altLang="en-US" sz="1600" dirty="0" err="1"/>
              <a:t>성형적</a:t>
            </a:r>
            <a:r>
              <a:rPr lang="en-US" altLang="ko-KR" sz="1600" dirty="0"/>
              <a:t>(plastic)</a:t>
            </a:r>
            <a:r>
              <a:rPr lang="ko-KR" altLang="en-US" sz="1600" dirty="0"/>
              <a:t>이고 순응성이 있다</a:t>
            </a:r>
            <a:r>
              <a:rPr lang="en-US" altLang="ko-KR" sz="1600" dirty="0"/>
              <a:t>(malleable)</a:t>
            </a:r>
            <a:r>
              <a:rPr lang="ko-KR" altLang="en-US" sz="1600" dirty="0"/>
              <a:t>는 것</a:t>
            </a:r>
            <a:endParaRPr lang="en-US" altLang="ko-KR" sz="1600" dirty="0"/>
          </a:p>
          <a:p>
            <a:pPr lvl="1"/>
            <a:r>
              <a:rPr lang="ko-KR" altLang="en-US" sz="1600" dirty="0"/>
              <a:t>이러한 두뇌의 특징은 현대에 와서야 발견</a:t>
            </a:r>
            <a:endParaRPr lang="en-US" altLang="ko-KR" sz="1600" dirty="0"/>
          </a:p>
          <a:p>
            <a:pPr lvl="1"/>
            <a:r>
              <a:rPr lang="ko-KR" altLang="en-US" sz="1600" dirty="0"/>
              <a:t>뇌는 경험에 대한 반응으로 스스로를 </a:t>
            </a:r>
            <a:r>
              <a:rPr lang="en-US" altLang="ko-KR" sz="1600" dirty="0"/>
              <a:t>(</a:t>
            </a:r>
            <a:r>
              <a:rPr lang="ko-KR" altLang="en-US" sz="1600" dirty="0"/>
              <a:t>한계 내에서</a:t>
            </a:r>
            <a:r>
              <a:rPr lang="en-US" altLang="ko-KR" sz="1600" dirty="0"/>
              <a:t>) </a:t>
            </a:r>
            <a:r>
              <a:rPr lang="ko-KR" altLang="en-US" sz="1600" dirty="0"/>
              <a:t>재설계 가능</a:t>
            </a:r>
            <a:r>
              <a:rPr lang="en-US" altLang="ko-KR" sz="1600" dirty="0"/>
              <a:t> (</a:t>
            </a:r>
            <a:r>
              <a:rPr lang="en-US" altLang="ko-KR" sz="1600" dirty="0" err="1"/>
              <a:t>Shatz</a:t>
            </a:r>
            <a:r>
              <a:rPr lang="en-US" altLang="ko-KR" sz="1600" dirty="0"/>
              <a:t> 92).</a:t>
            </a:r>
          </a:p>
          <a:p>
            <a:pPr lvl="1"/>
            <a:r>
              <a:rPr lang="ko-KR" altLang="en-US" sz="1600" dirty="0"/>
              <a:t>학습은 신경세포 연결 길이의 변화</a:t>
            </a:r>
            <a:r>
              <a:rPr lang="en-US" altLang="ko-KR" sz="1600" dirty="0"/>
              <a:t>, </a:t>
            </a:r>
            <a:r>
              <a:rPr lang="ko-KR" altLang="en-US" sz="1600" dirty="0"/>
              <a:t>연결의 추가</a:t>
            </a:r>
            <a:r>
              <a:rPr lang="en-US" altLang="ko-KR" sz="1600" dirty="0"/>
              <a:t>/</a:t>
            </a:r>
            <a:r>
              <a:rPr lang="ko-KR" altLang="en-US" sz="1600" dirty="0"/>
              <a:t>제거</a:t>
            </a:r>
            <a:r>
              <a:rPr lang="en-US" altLang="ko-KR" sz="1600" dirty="0"/>
              <a:t>, </a:t>
            </a:r>
            <a:r>
              <a:rPr lang="ko-KR" altLang="en-US" sz="1600" dirty="0"/>
              <a:t>새로운 신경세포의 형성을 통해 일어날 수 있는데</a:t>
            </a:r>
            <a:r>
              <a:rPr lang="en-US" altLang="ko-KR" sz="1600" dirty="0"/>
              <a:t>, </a:t>
            </a:r>
            <a:r>
              <a:rPr lang="ko-KR" altLang="en-US" sz="1600" dirty="0"/>
              <a:t>가소성은 바로 이러한 학습과 관계가 있다</a:t>
            </a:r>
            <a:r>
              <a:rPr lang="en-US" altLang="ko-KR" sz="1600" dirty="0"/>
              <a:t>.</a:t>
            </a:r>
          </a:p>
        </p:txBody>
      </p:sp>
      <p:sp>
        <p:nvSpPr>
          <p:cNvPr id="3" name="제목 2">
            <a:extLst>
              <a:ext uri="{FF2B5EF4-FFF2-40B4-BE49-F238E27FC236}">
                <a16:creationId xmlns:a16="http://schemas.microsoft.com/office/drawing/2014/main" id="{6ECB267B-16C2-4C40-BAF8-20C4856E2B41}"/>
              </a:ext>
            </a:extLst>
          </p:cNvPr>
          <p:cNvSpPr>
            <a:spLocks noGrp="1"/>
          </p:cNvSpPr>
          <p:nvPr>
            <p:ph type="title"/>
          </p:nvPr>
        </p:nvSpPr>
        <p:spPr/>
        <p:txBody>
          <a:bodyPr/>
          <a:lstStyle/>
          <a:p>
            <a:r>
              <a:rPr lang="en-US" altLang="ko-KR" dirty="0"/>
              <a:t>Neuroplasticity: </a:t>
            </a:r>
            <a:r>
              <a:rPr lang="ko-KR" altLang="en-US" dirty="0" err="1"/>
              <a:t>신경가소성</a:t>
            </a:r>
            <a:r>
              <a:rPr lang="ko-KR" altLang="en-US" dirty="0"/>
              <a:t> </a:t>
            </a:r>
          </a:p>
        </p:txBody>
      </p:sp>
      <p:sp>
        <p:nvSpPr>
          <p:cNvPr id="4" name="슬라이드 번호 개체 틀 3">
            <a:extLst>
              <a:ext uri="{FF2B5EF4-FFF2-40B4-BE49-F238E27FC236}">
                <a16:creationId xmlns:a16="http://schemas.microsoft.com/office/drawing/2014/main" id="{41E72749-608B-4338-B949-A68BEA316497}"/>
              </a:ext>
            </a:extLst>
          </p:cNvPr>
          <p:cNvSpPr>
            <a:spLocks noGrp="1"/>
          </p:cNvSpPr>
          <p:nvPr>
            <p:ph type="sldNum" sz="quarter" idx="4"/>
          </p:nvPr>
        </p:nvSpPr>
        <p:spPr/>
        <p:txBody>
          <a:bodyPr/>
          <a:lstStyle/>
          <a:p>
            <a:fld id="{08D006B4-DD64-43B7-816D-351BE851D9DC}" type="slidenum">
              <a:rPr lang="en-US" altLang="ko-KR" smtClean="0"/>
              <a:pPr/>
              <a:t>24</a:t>
            </a:fld>
            <a:endParaRPr lang="en-US" dirty="0"/>
          </a:p>
        </p:txBody>
      </p:sp>
    </p:spTree>
    <p:extLst>
      <p:ext uri="{BB962C8B-B14F-4D97-AF65-F5344CB8AC3E}">
        <p14:creationId xmlns:p14="http://schemas.microsoft.com/office/powerpoint/2010/main" val="201937186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E411C40F-1E9D-4013-85E9-A8947E5143D3}"/>
              </a:ext>
            </a:extLst>
          </p:cNvPr>
          <p:cNvSpPr>
            <a:spLocks noGrp="1"/>
          </p:cNvSpPr>
          <p:nvPr>
            <p:ph idx="1"/>
          </p:nvPr>
        </p:nvSpPr>
        <p:spPr>
          <a:xfrm>
            <a:off x="395537" y="681091"/>
            <a:ext cx="8496944" cy="5491109"/>
          </a:xfrm>
        </p:spPr>
        <p:txBody>
          <a:bodyPr/>
          <a:lstStyle/>
          <a:p>
            <a:r>
              <a:rPr lang="ko-KR" altLang="en-US" sz="1800" dirty="0"/>
              <a:t>뇌의 신경경로가 외부의 자극</a:t>
            </a:r>
            <a:r>
              <a:rPr lang="en-US" altLang="ko-KR" sz="1800" dirty="0"/>
              <a:t>, </a:t>
            </a:r>
            <a:r>
              <a:rPr lang="ko-KR" altLang="en-US" sz="1800" dirty="0"/>
              <a:t>경험</a:t>
            </a:r>
            <a:r>
              <a:rPr lang="en-US" altLang="ko-KR" sz="1800" dirty="0"/>
              <a:t>, </a:t>
            </a:r>
            <a:r>
              <a:rPr lang="ko-KR" altLang="en-US" sz="1800" dirty="0"/>
              <a:t>학습에 의해 구조</a:t>
            </a:r>
            <a:r>
              <a:rPr lang="en-US" altLang="ko-KR" sz="1800" dirty="0"/>
              <a:t>/</a:t>
            </a:r>
            <a:r>
              <a:rPr lang="ko-KR" altLang="en-US" sz="1800" dirty="0"/>
              <a:t>기능적으로 변화하고 재조직화 되는 현상</a:t>
            </a:r>
            <a:endParaRPr lang="en-US" altLang="ko-KR" sz="1800" dirty="0"/>
          </a:p>
          <a:p>
            <a:r>
              <a:rPr lang="ko-KR" altLang="en-US" sz="1800" dirty="0"/>
              <a:t>신경경로는 일생을 통해 끊임없이 변함</a:t>
            </a:r>
            <a:endParaRPr lang="en-US" altLang="ko-KR" sz="1800" dirty="0"/>
          </a:p>
          <a:p>
            <a:r>
              <a:rPr lang="ko-KR" altLang="en-US" sz="1800" dirty="0"/>
              <a:t>새로운 언어나 운동기능의 습득이 왕성한 유년기때 사용되는 새로운 신경경로의 활동성이 최대치를 보인다</a:t>
            </a:r>
            <a:r>
              <a:rPr lang="en-US" altLang="ko-KR" sz="1800" dirty="0"/>
              <a:t>. </a:t>
            </a:r>
          </a:p>
          <a:p>
            <a:r>
              <a:rPr lang="ko-KR" altLang="en-US" sz="1800" dirty="0"/>
              <a:t>성년기나 노년기에는 그 잠재성은 약간 감소하지만</a:t>
            </a:r>
            <a:r>
              <a:rPr lang="en-US" altLang="ko-KR" sz="1800" dirty="0"/>
              <a:t>, </a:t>
            </a:r>
            <a:r>
              <a:rPr lang="ko-KR" altLang="en-US" sz="1800" dirty="0"/>
              <a:t>여전히 새로운 언어나 운동기술을 어느 정도의 수준까지 습득할 수 있는 일정한 수준의 뇌신경 가소성을 일생동안 유지한다</a:t>
            </a:r>
            <a:r>
              <a:rPr lang="en-US" altLang="ko-KR" sz="1800" dirty="0"/>
              <a:t>.</a:t>
            </a:r>
          </a:p>
          <a:p>
            <a:r>
              <a:rPr lang="ko-KR" altLang="en-US" sz="1800" dirty="0" err="1"/>
              <a:t>신경가소성에</a:t>
            </a:r>
            <a:r>
              <a:rPr lang="ko-KR" altLang="en-US" sz="1800" dirty="0"/>
              <a:t> 관한 이론에 의하면</a:t>
            </a:r>
            <a:r>
              <a:rPr lang="en-US" altLang="ko-KR" sz="1800" dirty="0"/>
              <a:t>, </a:t>
            </a:r>
            <a:r>
              <a:rPr lang="ko-KR" altLang="en-US" sz="1800" dirty="0"/>
              <a:t>경험은 실질적으로 두뇌의 물리적 구조와 기능적 조직 모두를 변화시킬 수 있다</a:t>
            </a:r>
            <a:r>
              <a:rPr lang="en-US" altLang="ko-KR" sz="1800" dirty="0"/>
              <a:t>.</a:t>
            </a:r>
          </a:p>
          <a:p>
            <a:endParaRPr lang="en-US" altLang="ko-KR" sz="1800" dirty="0"/>
          </a:p>
          <a:p>
            <a:r>
              <a:rPr lang="ko-KR" altLang="en-US" sz="1800" dirty="0" err="1"/>
              <a:t>신경가소성</a:t>
            </a:r>
            <a:r>
              <a:rPr lang="ko-KR" altLang="en-US" sz="1800" dirty="0"/>
              <a:t> 개념 처음 제안</a:t>
            </a:r>
            <a:r>
              <a:rPr lang="en-US" altLang="ko-KR" sz="1800" dirty="0"/>
              <a:t>: </a:t>
            </a:r>
            <a:r>
              <a:rPr lang="en-US" altLang="ko-KR" sz="1800" dirty="0">
                <a:solidFill>
                  <a:srgbClr val="FF0000"/>
                </a:solidFill>
              </a:rPr>
              <a:t>1890</a:t>
            </a:r>
          </a:p>
          <a:p>
            <a:pPr lvl="1"/>
            <a:r>
              <a:rPr lang="en-US" altLang="ko-KR" sz="1600" dirty="0">
                <a:solidFill>
                  <a:srgbClr val="FF0000"/>
                </a:solidFill>
              </a:rPr>
              <a:t>William James</a:t>
            </a:r>
            <a:r>
              <a:rPr lang="en-US" altLang="ko-KR" sz="1600" dirty="0"/>
              <a:t>: The Principles of Psychology</a:t>
            </a:r>
            <a:r>
              <a:rPr lang="ko-KR" altLang="en-US" sz="1600" dirty="0"/>
              <a:t>에서 처음 제안</a:t>
            </a:r>
            <a:r>
              <a:rPr lang="en-US" altLang="ko-KR" sz="1600" dirty="0"/>
              <a:t> </a:t>
            </a:r>
          </a:p>
          <a:p>
            <a:pPr lvl="1"/>
            <a:r>
              <a:rPr lang="ko-KR" altLang="en-US" sz="1600" dirty="0"/>
              <a:t>이후 </a:t>
            </a:r>
            <a:r>
              <a:rPr lang="en-US" altLang="ko-KR" sz="1600" dirty="0"/>
              <a:t>50</a:t>
            </a:r>
            <a:r>
              <a:rPr lang="ko-KR" altLang="en-US" sz="1600" dirty="0"/>
              <a:t>년 동안 이 개념은 무시되었다</a:t>
            </a:r>
            <a:r>
              <a:rPr lang="en-US" altLang="ko-KR" sz="1600" dirty="0"/>
              <a:t>. </a:t>
            </a:r>
          </a:p>
          <a:p>
            <a:r>
              <a:rPr lang="ko-KR" altLang="en-US" sz="1800" dirty="0" err="1"/>
              <a:t>신경가소성이란</a:t>
            </a:r>
            <a:r>
              <a:rPr lang="ko-KR" altLang="en-US" sz="1800" dirty="0"/>
              <a:t> </a:t>
            </a:r>
            <a:r>
              <a:rPr lang="ko-KR" altLang="en-US" sz="1800" dirty="0">
                <a:solidFill>
                  <a:srgbClr val="FF0000"/>
                </a:solidFill>
              </a:rPr>
              <a:t>용어 처음 사용</a:t>
            </a:r>
            <a:r>
              <a:rPr lang="en-US" altLang="ko-KR" sz="1800" dirty="0"/>
              <a:t>: </a:t>
            </a:r>
            <a:r>
              <a:rPr lang="en-US" altLang="ko-KR" sz="1800" dirty="0">
                <a:solidFill>
                  <a:srgbClr val="FF0000"/>
                </a:solidFill>
              </a:rPr>
              <a:t>1948</a:t>
            </a:r>
          </a:p>
          <a:p>
            <a:pPr lvl="1"/>
            <a:r>
              <a:rPr lang="ko-KR" altLang="en-US" sz="1600" dirty="0"/>
              <a:t>폴란드 신경과학자인 </a:t>
            </a:r>
            <a:r>
              <a:rPr lang="en-US" altLang="ko-KR" sz="1600" dirty="0">
                <a:solidFill>
                  <a:srgbClr val="FF0000"/>
                </a:solidFill>
              </a:rPr>
              <a:t>Jerzy </a:t>
            </a:r>
            <a:r>
              <a:rPr lang="en-US" altLang="ko-KR" sz="1600" dirty="0" err="1">
                <a:solidFill>
                  <a:srgbClr val="FF0000"/>
                </a:solidFill>
              </a:rPr>
              <a:t>Konorski</a:t>
            </a:r>
            <a:r>
              <a:rPr lang="en-US" altLang="ko-KR" sz="1600" dirty="0">
                <a:solidFill>
                  <a:srgbClr val="FF0000"/>
                </a:solidFill>
              </a:rPr>
              <a:t> </a:t>
            </a:r>
            <a:r>
              <a:rPr lang="en-US" altLang="ko-KR" sz="1600" dirty="0"/>
              <a:t>(1948, Conditioned Reflexes and Neuron Organization </a:t>
            </a:r>
            <a:r>
              <a:rPr lang="ko-KR" altLang="en-US" sz="1600" dirty="0"/>
              <a:t>에서</a:t>
            </a:r>
            <a:r>
              <a:rPr lang="en-US" altLang="ko-KR" sz="1600" dirty="0"/>
              <a:t>)</a:t>
            </a:r>
          </a:p>
          <a:p>
            <a:endParaRPr lang="ko-KR" altLang="en-US" sz="1800" dirty="0"/>
          </a:p>
        </p:txBody>
      </p:sp>
      <p:sp>
        <p:nvSpPr>
          <p:cNvPr id="3" name="제목 2">
            <a:extLst>
              <a:ext uri="{FF2B5EF4-FFF2-40B4-BE49-F238E27FC236}">
                <a16:creationId xmlns:a16="http://schemas.microsoft.com/office/drawing/2014/main" id="{05E874D2-EFA4-4DEA-94C8-6D262D45947D}"/>
              </a:ext>
            </a:extLst>
          </p:cNvPr>
          <p:cNvSpPr>
            <a:spLocks noGrp="1"/>
          </p:cNvSpPr>
          <p:nvPr>
            <p:ph type="title"/>
          </p:nvPr>
        </p:nvSpPr>
        <p:spPr/>
        <p:txBody>
          <a:bodyPr/>
          <a:lstStyle/>
          <a:p>
            <a:r>
              <a:rPr lang="en-US" altLang="ko-KR" dirty="0"/>
              <a:t>Neuroplasticity</a:t>
            </a:r>
            <a:r>
              <a:rPr lang="ko-KR" altLang="en-US" dirty="0"/>
              <a:t> </a:t>
            </a:r>
            <a:r>
              <a:rPr lang="en-US" altLang="ko-KR" dirty="0"/>
              <a:t>=</a:t>
            </a:r>
            <a:r>
              <a:rPr lang="ko-KR" altLang="en-US" dirty="0"/>
              <a:t> </a:t>
            </a:r>
            <a:r>
              <a:rPr lang="en-US" altLang="ko-KR" dirty="0"/>
              <a:t>Brain</a:t>
            </a:r>
            <a:r>
              <a:rPr lang="ko-KR" altLang="en-US" dirty="0"/>
              <a:t> </a:t>
            </a:r>
            <a:r>
              <a:rPr lang="en-US" altLang="ko-KR" dirty="0"/>
              <a:t>Plasticity</a:t>
            </a:r>
            <a:endParaRPr lang="ko-KR" altLang="en-US" dirty="0"/>
          </a:p>
        </p:txBody>
      </p:sp>
      <p:sp>
        <p:nvSpPr>
          <p:cNvPr id="4" name="슬라이드 번호 개체 틀 3">
            <a:extLst>
              <a:ext uri="{FF2B5EF4-FFF2-40B4-BE49-F238E27FC236}">
                <a16:creationId xmlns:a16="http://schemas.microsoft.com/office/drawing/2014/main" id="{E458612F-D8C0-45A1-8975-3B7B04803A50}"/>
              </a:ext>
            </a:extLst>
          </p:cNvPr>
          <p:cNvSpPr>
            <a:spLocks noGrp="1"/>
          </p:cNvSpPr>
          <p:nvPr>
            <p:ph type="sldNum" sz="quarter" idx="4"/>
          </p:nvPr>
        </p:nvSpPr>
        <p:spPr/>
        <p:txBody>
          <a:bodyPr/>
          <a:lstStyle/>
          <a:p>
            <a:fld id="{08D006B4-DD64-43B7-816D-351BE851D9DC}" type="slidenum">
              <a:rPr lang="en-US" altLang="ko-KR" smtClean="0"/>
              <a:pPr/>
              <a:t>25</a:t>
            </a:fld>
            <a:endParaRPr lang="en-US" dirty="0"/>
          </a:p>
        </p:txBody>
      </p:sp>
    </p:spTree>
    <p:extLst>
      <p:ext uri="{BB962C8B-B14F-4D97-AF65-F5344CB8AC3E}">
        <p14:creationId xmlns:p14="http://schemas.microsoft.com/office/powerpoint/2010/main" val="3550454638"/>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334AB3DB-8D96-40C1-9F0F-2477652EB8A1}"/>
              </a:ext>
            </a:extLst>
          </p:cNvPr>
          <p:cNvSpPr>
            <a:spLocks noGrp="1"/>
          </p:cNvSpPr>
          <p:nvPr>
            <p:ph idx="1"/>
          </p:nvPr>
        </p:nvSpPr>
        <p:spPr>
          <a:xfrm>
            <a:off x="589756" y="1090125"/>
            <a:ext cx="7964487" cy="5119464"/>
          </a:xfrm>
        </p:spPr>
        <p:txBody>
          <a:bodyPr/>
          <a:lstStyle/>
          <a:p>
            <a:pPr marL="457200" indent="-457200">
              <a:buFont typeface="+mj-lt"/>
              <a:buAutoNum type="arabicPeriod"/>
            </a:pPr>
            <a:r>
              <a:rPr lang="en-US" altLang="ko-KR" sz="2000" dirty="0"/>
              <a:t>Recovery from brain events like strokes;</a:t>
            </a:r>
          </a:p>
          <a:p>
            <a:pPr marL="457200" indent="-457200">
              <a:buFont typeface="+mj-lt"/>
              <a:buAutoNum type="arabicPeriod"/>
            </a:pPr>
            <a:r>
              <a:rPr lang="en-US" altLang="ko-KR" sz="2000" dirty="0"/>
              <a:t>Recovery from traumatic brain injuries;</a:t>
            </a:r>
          </a:p>
          <a:p>
            <a:pPr marL="457200" indent="-457200">
              <a:buFont typeface="+mj-lt"/>
              <a:buAutoNum type="arabicPeriod"/>
            </a:pPr>
            <a:r>
              <a:rPr lang="en-US" altLang="ko-KR" sz="2000" dirty="0"/>
              <a:t>Ability to rewire functions in the brain </a:t>
            </a:r>
          </a:p>
          <a:p>
            <a:pPr marL="757238" lvl="1" indent="-457200">
              <a:buFont typeface="Wingdings" panose="05000000000000000000" pitchFamily="2" charset="2"/>
              <a:buChar char="ü"/>
            </a:pPr>
            <a:r>
              <a:rPr lang="en-US" altLang="ko-KR" sz="2000" dirty="0"/>
              <a:t>If an area that controls one sense is damaged, other areas may be able to pick up the slack;</a:t>
            </a:r>
          </a:p>
          <a:p>
            <a:pPr marL="457200" indent="-457200">
              <a:buFont typeface="+mj-lt"/>
              <a:buAutoNum type="arabicPeriod"/>
            </a:pPr>
            <a:r>
              <a:rPr lang="en-US" altLang="ko-KR" sz="2000" dirty="0"/>
              <a:t>Losing function in one area may enhance functions in other areas</a:t>
            </a:r>
          </a:p>
          <a:p>
            <a:pPr marL="757238" lvl="1" indent="-457200">
              <a:buFont typeface="Wingdings" panose="05000000000000000000" pitchFamily="2" charset="2"/>
              <a:buChar char="ü"/>
            </a:pPr>
            <a:r>
              <a:rPr lang="en-US" altLang="ko-KR" sz="2000" dirty="0"/>
              <a:t>If one sense is lost, the others may become heightened;</a:t>
            </a:r>
          </a:p>
          <a:p>
            <a:pPr marL="457200" indent="-457200">
              <a:buFont typeface="+mj-lt"/>
              <a:buAutoNum type="arabicPeriod"/>
            </a:pPr>
            <a:r>
              <a:rPr lang="en-US" altLang="ko-KR" sz="2000" dirty="0"/>
              <a:t>Enhanced memory abilities;</a:t>
            </a:r>
          </a:p>
          <a:p>
            <a:pPr marL="457200" indent="-457200">
              <a:buFont typeface="+mj-lt"/>
              <a:buAutoNum type="arabicPeriod"/>
            </a:pPr>
            <a:r>
              <a:rPr lang="en-US" altLang="ko-KR" sz="2000" dirty="0"/>
              <a:t>Wide range of enhanced cognitive abilities;</a:t>
            </a:r>
          </a:p>
          <a:p>
            <a:pPr marL="457200" indent="-457200">
              <a:buFont typeface="+mj-lt"/>
              <a:buAutoNum type="arabicPeriod"/>
            </a:pPr>
            <a:r>
              <a:rPr lang="en-US" altLang="ko-KR" sz="2000" dirty="0"/>
              <a:t>More effective learning.</a:t>
            </a:r>
            <a:endParaRPr lang="ko-KR" altLang="en-US" sz="2000" dirty="0"/>
          </a:p>
        </p:txBody>
      </p:sp>
      <p:sp>
        <p:nvSpPr>
          <p:cNvPr id="3" name="제목 2">
            <a:extLst>
              <a:ext uri="{FF2B5EF4-FFF2-40B4-BE49-F238E27FC236}">
                <a16:creationId xmlns:a16="http://schemas.microsoft.com/office/drawing/2014/main" id="{BE65AD0E-34E3-4481-9272-8B5DBEC92553}"/>
              </a:ext>
            </a:extLst>
          </p:cNvPr>
          <p:cNvSpPr>
            <a:spLocks noGrp="1"/>
          </p:cNvSpPr>
          <p:nvPr>
            <p:ph type="title"/>
          </p:nvPr>
        </p:nvSpPr>
        <p:spPr/>
        <p:txBody>
          <a:bodyPr/>
          <a:lstStyle/>
          <a:p>
            <a:r>
              <a:rPr lang="en-US" altLang="ko-KR" dirty="0"/>
              <a:t>7 Benefits Neuroplasticity Has on the Brain</a:t>
            </a:r>
            <a:endParaRPr lang="ko-KR" altLang="en-US" dirty="0"/>
          </a:p>
        </p:txBody>
      </p:sp>
      <p:sp>
        <p:nvSpPr>
          <p:cNvPr id="4" name="슬라이드 번호 개체 틀 3">
            <a:extLst>
              <a:ext uri="{FF2B5EF4-FFF2-40B4-BE49-F238E27FC236}">
                <a16:creationId xmlns:a16="http://schemas.microsoft.com/office/drawing/2014/main" id="{8967991F-068A-4A1B-9B81-F89E4CD955F8}"/>
              </a:ext>
            </a:extLst>
          </p:cNvPr>
          <p:cNvSpPr>
            <a:spLocks noGrp="1"/>
          </p:cNvSpPr>
          <p:nvPr>
            <p:ph type="sldNum" sz="quarter" idx="4"/>
          </p:nvPr>
        </p:nvSpPr>
        <p:spPr/>
        <p:txBody>
          <a:bodyPr/>
          <a:lstStyle/>
          <a:p>
            <a:fld id="{08D006B4-DD64-43B7-816D-351BE851D9DC}" type="slidenum">
              <a:rPr lang="en-US" altLang="ko-KR" smtClean="0"/>
              <a:pPr/>
              <a:t>26</a:t>
            </a:fld>
            <a:endParaRPr lang="en-US" dirty="0"/>
          </a:p>
        </p:txBody>
      </p:sp>
    </p:spTree>
    <p:extLst>
      <p:ext uri="{BB962C8B-B14F-4D97-AF65-F5344CB8AC3E}">
        <p14:creationId xmlns:p14="http://schemas.microsoft.com/office/powerpoint/2010/main" val="291887073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a:extLst>
              <a:ext uri="{FF2B5EF4-FFF2-40B4-BE49-F238E27FC236}">
                <a16:creationId xmlns:a16="http://schemas.microsoft.com/office/drawing/2014/main" id="{8A903A8C-4754-4A09-B265-E8B87CE61A0A}"/>
              </a:ext>
            </a:extLst>
          </p:cNvPr>
          <p:cNvSpPr>
            <a:spLocks noGrp="1"/>
          </p:cNvSpPr>
          <p:nvPr>
            <p:ph type="title"/>
          </p:nvPr>
        </p:nvSpPr>
        <p:spPr/>
        <p:txBody>
          <a:bodyPr/>
          <a:lstStyle/>
          <a:p>
            <a:r>
              <a:rPr lang="en-US" altLang="ko-KR" dirty="0"/>
              <a:t>Brain vs. Computer</a:t>
            </a:r>
            <a:endParaRPr lang="ko-KR" altLang="en-US" dirty="0"/>
          </a:p>
        </p:txBody>
      </p:sp>
      <p:sp>
        <p:nvSpPr>
          <p:cNvPr id="4" name="슬라이드 번호 개체 틀 3">
            <a:extLst>
              <a:ext uri="{FF2B5EF4-FFF2-40B4-BE49-F238E27FC236}">
                <a16:creationId xmlns:a16="http://schemas.microsoft.com/office/drawing/2014/main" id="{900CA324-E7A9-4F92-8902-5B162243DA52}"/>
              </a:ext>
            </a:extLst>
          </p:cNvPr>
          <p:cNvSpPr>
            <a:spLocks noGrp="1"/>
          </p:cNvSpPr>
          <p:nvPr>
            <p:ph type="sldNum" sz="quarter" idx="4"/>
          </p:nvPr>
        </p:nvSpPr>
        <p:spPr/>
        <p:txBody>
          <a:bodyPr/>
          <a:lstStyle/>
          <a:p>
            <a:fld id="{08D006B4-DD64-43B7-816D-351BE851D9DC}" type="slidenum">
              <a:rPr lang="en-US" altLang="ko-KR" smtClean="0"/>
              <a:pPr/>
              <a:t>27</a:t>
            </a:fld>
            <a:endParaRPr lang="en-US" dirty="0"/>
          </a:p>
        </p:txBody>
      </p:sp>
      <p:pic>
        <p:nvPicPr>
          <p:cNvPr id="6" name="그림 5" descr="텍스트이(가) 표시된 사진&#10;&#10;자동 생성된 설명">
            <a:extLst>
              <a:ext uri="{FF2B5EF4-FFF2-40B4-BE49-F238E27FC236}">
                <a16:creationId xmlns:a16="http://schemas.microsoft.com/office/drawing/2014/main" id="{28A96079-E9C9-4657-B461-E8C2EDF9C78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707" t="34305" r="6727" b="25096"/>
          <a:stretch/>
        </p:blipFill>
        <p:spPr>
          <a:xfrm>
            <a:off x="36790" y="1887184"/>
            <a:ext cx="9070420" cy="3083631"/>
          </a:xfrm>
          <a:prstGeom prst="rect">
            <a:avLst/>
          </a:prstGeom>
        </p:spPr>
      </p:pic>
    </p:spTree>
    <p:extLst>
      <p:ext uri="{BB962C8B-B14F-4D97-AF65-F5344CB8AC3E}">
        <p14:creationId xmlns:p14="http://schemas.microsoft.com/office/powerpoint/2010/main" val="1029799780"/>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sz="5400" dirty="0"/>
              <a:t>다음주에 만나요</a:t>
            </a:r>
            <a:r>
              <a:rPr lang="en-US" altLang="ko-KR" sz="5400" dirty="0"/>
              <a:t>.</a:t>
            </a:r>
            <a:br>
              <a:rPr lang="en-US" altLang="ko-KR" sz="5400" dirty="0"/>
            </a:br>
            <a:r>
              <a:rPr lang="ko-KR" altLang="en-US" sz="5400" dirty="0"/>
              <a:t>건강하세요</a:t>
            </a:r>
            <a:r>
              <a:rPr lang="en-US" altLang="ko-KR" sz="5400" dirty="0"/>
              <a:t>.</a:t>
            </a:r>
            <a:endParaRPr lang="ko-KR" altLang="en-US" sz="5400" dirty="0"/>
          </a:p>
        </p:txBody>
      </p:sp>
    </p:spTree>
    <p:extLst>
      <p:ext uri="{BB962C8B-B14F-4D97-AF65-F5344CB8AC3E}">
        <p14:creationId xmlns:p14="http://schemas.microsoft.com/office/powerpoint/2010/main" val="206779644"/>
      </p:ext>
    </p:extLst>
  </p:cSld>
  <p:clrMapOvr>
    <a:masterClrMapping/>
  </p:clrMapOvr>
  <p:transition/>
</p:sld>
</file>

<file path=ppt/theme/theme1.xml><?xml version="1.0" encoding="utf-8"?>
<a:theme xmlns:a="http://schemas.openxmlformats.org/drawingml/2006/main" name="열쇠">
  <a:themeElements>
    <a:clrScheme name="">
      <a:dk1>
        <a:srgbClr val="000000"/>
      </a:dk1>
      <a:lt1>
        <a:srgbClr val="FFFFFF"/>
      </a:lt1>
      <a:dk2>
        <a:srgbClr val="6666FF"/>
      </a:dk2>
      <a:lt2>
        <a:srgbClr val="B2B2B2"/>
      </a:lt2>
      <a:accent1>
        <a:srgbClr val="FF9900"/>
      </a:accent1>
      <a:accent2>
        <a:srgbClr val="330099"/>
      </a:accent2>
      <a:accent3>
        <a:srgbClr val="FFFFFF"/>
      </a:accent3>
      <a:accent4>
        <a:srgbClr val="000000"/>
      </a:accent4>
      <a:accent5>
        <a:srgbClr val="FFCAAA"/>
      </a:accent5>
      <a:accent6>
        <a:srgbClr val="2D008A"/>
      </a:accent6>
      <a:hlink>
        <a:srgbClr val="FF6633"/>
      </a:hlink>
      <a:folHlink>
        <a:srgbClr val="669900"/>
      </a:folHlink>
    </a:clrScheme>
    <a:fontScheme name="열쇠">
      <a:majorFont>
        <a:latin typeface="서울헤드라인"/>
        <a:ea typeface="서울헤드라인"/>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열쇠 1">
        <a:dk1>
          <a:srgbClr val="200B5B"/>
        </a:dk1>
        <a:lt1>
          <a:srgbClr val="EAEAEA"/>
        </a:lt1>
        <a:dk2>
          <a:srgbClr val="6600FF"/>
        </a:dk2>
        <a:lt2>
          <a:srgbClr val="FFCC66"/>
        </a:lt2>
        <a:accent1>
          <a:srgbClr val="EEB00B"/>
        </a:accent1>
        <a:accent2>
          <a:srgbClr val="6600CC"/>
        </a:accent2>
        <a:accent3>
          <a:srgbClr val="B8AAFF"/>
        </a:accent3>
        <a:accent4>
          <a:srgbClr val="C8C8C8"/>
        </a:accent4>
        <a:accent5>
          <a:srgbClr val="F5D4AA"/>
        </a:accent5>
        <a:accent6>
          <a:srgbClr val="5C00B9"/>
        </a:accent6>
        <a:hlink>
          <a:srgbClr val="FF33CC"/>
        </a:hlink>
        <a:folHlink>
          <a:srgbClr val="CC99FF"/>
        </a:folHlink>
      </a:clrScheme>
      <a:clrMap bg1="dk2" tx1="lt1" bg2="dk1" tx2="lt2" accent1="accent1" accent2="accent2" accent3="accent3" accent4="accent4" accent5="accent5" accent6="accent6" hlink="hlink" folHlink="folHlink"/>
    </a:extraClrScheme>
    <a:extraClrScheme>
      <a:clrScheme name="열쇠 2">
        <a:dk1>
          <a:srgbClr val="393939"/>
        </a:dk1>
        <a:lt1>
          <a:srgbClr val="FFFFFF"/>
        </a:lt1>
        <a:dk2>
          <a:srgbClr val="6600CC"/>
        </a:dk2>
        <a:lt2>
          <a:srgbClr val="CCCCFF"/>
        </a:lt2>
        <a:accent1>
          <a:srgbClr val="F9D87E"/>
        </a:accent1>
        <a:accent2>
          <a:srgbClr val="FFCCCC"/>
        </a:accent2>
        <a:accent3>
          <a:srgbClr val="FFFFFF"/>
        </a:accent3>
        <a:accent4>
          <a:srgbClr val="2F2F2F"/>
        </a:accent4>
        <a:accent5>
          <a:srgbClr val="FBE9C0"/>
        </a:accent5>
        <a:accent6>
          <a:srgbClr val="E7B9B9"/>
        </a:accent6>
        <a:hlink>
          <a:srgbClr val="FFCCFF"/>
        </a:hlink>
        <a:folHlink>
          <a:srgbClr val="99CCFF"/>
        </a:folHlink>
      </a:clrScheme>
      <a:clrMap bg1="lt1" tx1="dk1" bg2="lt2" tx2="dk2" accent1="accent1" accent2="accent2" accent3="accent3" accent4="accent4" accent5="accent5" accent6="accent6" hlink="hlink" folHlink="folHlink"/>
    </a:extraClrScheme>
    <a:extraClrScheme>
      <a:clrScheme name="열쇠 3">
        <a:dk1>
          <a:srgbClr val="000000"/>
        </a:dk1>
        <a:lt1>
          <a:srgbClr val="FFFFFF"/>
        </a:lt1>
        <a:dk2>
          <a:srgbClr val="000000"/>
        </a:dk2>
        <a:lt2>
          <a:srgbClr val="FFFFFF"/>
        </a:lt2>
        <a:accent1>
          <a:srgbClr val="CBCBCB"/>
        </a:accent1>
        <a:accent2>
          <a:srgbClr val="5F5F5F"/>
        </a:accent2>
        <a:accent3>
          <a:srgbClr val="FFFFFF"/>
        </a:accent3>
        <a:accent4>
          <a:srgbClr val="000000"/>
        </a:accent4>
        <a:accent5>
          <a:srgbClr val="E2E2E2"/>
        </a:accent5>
        <a:accent6>
          <a:srgbClr val="555555"/>
        </a:accent6>
        <a:hlink>
          <a:srgbClr val="969696"/>
        </a:hlink>
        <a:folHlink>
          <a:srgbClr val="EAEAEA"/>
        </a:folHlink>
      </a:clrScheme>
      <a:clrMap bg1="lt1" tx1="dk1" bg2="lt2" tx2="dk2" accent1="accent1" accent2="accent2" accent3="accent3" accent4="accent4" accent5="accent5" accent6="accent6" hlink="hlink" folHlink="folHlink"/>
    </a:extraClrScheme>
    <a:extraClrScheme>
      <a:clrScheme name="열쇠 4">
        <a:dk1>
          <a:srgbClr val="330000"/>
        </a:dk1>
        <a:lt1>
          <a:srgbClr val="FFFFCC"/>
        </a:lt1>
        <a:dk2>
          <a:srgbClr val="000000"/>
        </a:dk2>
        <a:lt2>
          <a:srgbClr val="FFCC00"/>
        </a:lt2>
        <a:accent1>
          <a:srgbClr val="FF9900"/>
        </a:accent1>
        <a:accent2>
          <a:srgbClr val="330099"/>
        </a:accent2>
        <a:accent3>
          <a:srgbClr val="AAAAAA"/>
        </a:accent3>
        <a:accent4>
          <a:srgbClr val="DADAAE"/>
        </a:accent4>
        <a:accent5>
          <a:srgbClr val="FFCAAA"/>
        </a:accent5>
        <a:accent6>
          <a:srgbClr val="2D008A"/>
        </a:accent6>
        <a:hlink>
          <a:srgbClr val="FF6633"/>
        </a:hlink>
        <a:folHlink>
          <a:srgbClr val="669900"/>
        </a:folHlink>
      </a:clrScheme>
      <a:clrMap bg1="dk2" tx1="lt1" bg2="dk1" tx2="lt2" accent1="accent1" accent2="accent2" accent3="accent3" accent4="accent4" accent5="accent5" accent6="accent6" hlink="hlink" folHlink="folHlink"/>
    </a:extraClrScheme>
    <a:extraClrScheme>
      <a:clrScheme name="열쇠 5">
        <a:dk1>
          <a:srgbClr val="333300"/>
        </a:dk1>
        <a:lt1>
          <a:srgbClr val="DDDDDD"/>
        </a:lt1>
        <a:dk2>
          <a:srgbClr val="996600"/>
        </a:dk2>
        <a:lt2>
          <a:srgbClr val="FFCC66"/>
        </a:lt2>
        <a:accent1>
          <a:srgbClr val="EEB00B"/>
        </a:accent1>
        <a:accent2>
          <a:srgbClr val="330099"/>
        </a:accent2>
        <a:accent3>
          <a:srgbClr val="CAB8AA"/>
        </a:accent3>
        <a:accent4>
          <a:srgbClr val="BDBDBD"/>
        </a:accent4>
        <a:accent5>
          <a:srgbClr val="F5D4AA"/>
        </a:accent5>
        <a:accent6>
          <a:srgbClr val="2D008A"/>
        </a:accent6>
        <a:hlink>
          <a:srgbClr val="FF6633"/>
        </a:hlink>
        <a:folHlink>
          <a:srgbClr val="CC9900"/>
        </a:folHlink>
      </a:clrScheme>
      <a:clrMap bg1="dk2" tx1="lt1" bg2="dk1" tx2="lt2" accent1="accent1" accent2="accent2" accent3="accent3" accent4="accent4" accent5="accent5" accent6="accent6" hlink="hlink" folHlink="folHlink"/>
    </a:extraClrScheme>
    <a:extraClrScheme>
      <a:clrScheme name="열쇠 6">
        <a:dk1>
          <a:srgbClr val="003300"/>
        </a:dk1>
        <a:lt1>
          <a:srgbClr val="FFFFCC"/>
        </a:lt1>
        <a:dk2>
          <a:srgbClr val="999933"/>
        </a:dk2>
        <a:lt2>
          <a:srgbClr val="FFFF66"/>
        </a:lt2>
        <a:accent1>
          <a:srgbClr val="CC9900"/>
        </a:accent1>
        <a:accent2>
          <a:srgbClr val="330099"/>
        </a:accent2>
        <a:accent3>
          <a:srgbClr val="CACAAD"/>
        </a:accent3>
        <a:accent4>
          <a:srgbClr val="DADAAE"/>
        </a:accent4>
        <a:accent5>
          <a:srgbClr val="E2CAAA"/>
        </a:accent5>
        <a:accent6>
          <a:srgbClr val="2D008A"/>
        </a:accent6>
        <a:hlink>
          <a:srgbClr val="FF9900"/>
        </a:hlink>
        <a:folHlink>
          <a:srgbClr val="FF66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5_20050225_jhryu">
  <a:themeElements>
    <a:clrScheme name="20050225_jhryu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5_20050225_jhryu">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rgbClr val="FF0000"/>
          </a:solidFill>
          <a:prstDash val="solid"/>
          <a:round/>
          <a:headEnd type="none" w="med" len="med"/>
          <a:tailEnd type="triangl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1" hangingPunct="1">
          <a:lnSpc>
            <a:spcPct val="100000"/>
          </a:lnSpc>
          <a:spcBef>
            <a:spcPct val="0"/>
          </a:spcBef>
          <a:spcAft>
            <a:spcPct val="0"/>
          </a:spcAft>
          <a:buClrTx/>
          <a:buSzTx/>
          <a:buFontTx/>
          <a:buNone/>
          <a:tabLst/>
          <a:defRPr kumimoji="1" lang="ko-KR" altLang="en-US" sz="1600" b="1" i="0" u="none" strike="noStrike" cap="none" normalizeH="0" baseline="0" smtClean="0">
            <a:ln>
              <a:noFill/>
            </a:ln>
            <a:solidFill>
              <a:schemeClr val="tx1"/>
            </a:solidFill>
            <a:effectLst/>
            <a:latin typeface="Verdana" pitchFamily="34" charset="0"/>
            <a:ea typeface="굴림" pitchFamily="50" charset="-127"/>
          </a:defRPr>
        </a:defPPr>
      </a:lstStyle>
    </a:spDef>
    <a:lnDef>
      <a:spPr bwMode="auto">
        <a:xfrm>
          <a:off x="0" y="0"/>
          <a:ext cx="1" cy="1"/>
        </a:xfrm>
        <a:custGeom>
          <a:avLst/>
          <a:gdLst/>
          <a:ahLst/>
          <a:cxnLst/>
          <a:rect l="0" t="0" r="0" b="0"/>
          <a:pathLst/>
        </a:custGeom>
        <a:solidFill>
          <a:schemeClr val="accent1"/>
        </a:solidFill>
        <a:ln w="9525" cap="flat" cmpd="sng" algn="ctr">
          <a:solidFill>
            <a:srgbClr val="FF0000"/>
          </a:solidFill>
          <a:prstDash val="solid"/>
          <a:round/>
          <a:headEnd type="none" w="med" len="med"/>
          <a:tailEnd type="triangl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1" hangingPunct="1">
          <a:lnSpc>
            <a:spcPct val="100000"/>
          </a:lnSpc>
          <a:spcBef>
            <a:spcPct val="0"/>
          </a:spcBef>
          <a:spcAft>
            <a:spcPct val="0"/>
          </a:spcAft>
          <a:buClrTx/>
          <a:buSzTx/>
          <a:buFontTx/>
          <a:buNone/>
          <a:tabLst/>
          <a:defRPr kumimoji="1" lang="ko-KR" altLang="en-US" sz="1600" b="1" i="0" u="none" strike="noStrike" cap="none" normalizeH="0" baseline="0" smtClean="0">
            <a:ln>
              <a:noFill/>
            </a:ln>
            <a:solidFill>
              <a:schemeClr val="tx1"/>
            </a:solidFill>
            <a:effectLst/>
            <a:latin typeface="Verdana" pitchFamily="34" charset="0"/>
            <a:ea typeface="굴림" pitchFamily="50" charset="-127"/>
          </a:defRPr>
        </a:defPPr>
      </a:lstStyle>
    </a:lnDef>
    <a:txDef>
      <a:spPr>
        <a:solidFill>
          <a:srgbClr val="FFFFDC"/>
        </a:solidFill>
        <a:ln w="12700">
          <a:solidFill>
            <a:schemeClr val="tx1"/>
          </a:solidFill>
        </a:ln>
      </a:spPr>
      <a:bodyPr wrap="none" rtlCol="0">
        <a:spAutoFit/>
      </a:bodyPr>
      <a:lstStyle>
        <a:defPPr>
          <a:defRPr sz="1000" dirty="0" smtClean="0">
            <a:latin typeface="Courier New" panose="02070309020205020404" pitchFamily="49" charset="0"/>
            <a:cs typeface="Courier New" panose="02070309020205020404" pitchFamily="49" charset="0"/>
          </a:defRPr>
        </a:defPPr>
      </a:lstStyle>
    </a:txDef>
  </a:objectDefaults>
  <a:extraClrSchemeLst>
    <a:extraClrScheme>
      <a:clrScheme name="20050225_jhryu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0050225_jhryu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0050225_jhryu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0050225_jhryu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0050225_jhryu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0050225_jhryu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0050225_jhryu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0050225_jhryu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0050225_jhryu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0050225_jhryu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0050225_jhryu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0050225_jhryu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7_20050225_jhryu">
  <a:themeElements>
    <a:clrScheme name="20050225_jhryu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5_20050225_jhryu">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rgbClr val="FF0000"/>
          </a:solidFill>
          <a:prstDash val="solid"/>
          <a:round/>
          <a:headEnd type="none" w="med" len="med"/>
          <a:tailEnd type="triangl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1" hangingPunct="1">
          <a:lnSpc>
            <a:spcPct val="100000"/>
          </a:lnSpc>
          <a:spcBef>
            <a:spcPct val="0"/>
          </a:spcBef>
          <a:spcAft>
            <a:spcPct val="0"/>
          </a:spcAft>
          <a:buClrTx/>
          <a:buSzTx/>
          <a:buFontTx/>
          <a:buNone/>
          <a:tabLst/>
          <a:defRPr kumimoji="1" lang="ko-KR" altLang="en-US" sz="1600" b="1" i="0" u="none" strike="noStrike" cap="none" normalizeH="0" baseline="0" smtClean="0">
            <a:ln>
              <a:noFill/>
            </a:ln>
            <a:solidFill>
              <a:schemeClr val="tx1"/>
            </a:solidFill>
            <a:effectLst/>
            <a:latin typeface="Verdana" pitchFamily="34" charset="0"/>
            <a:ea typeface="굴림" pitchFamily="50" charset="-127"/>
          </a:defRPr>
        </a:defPPr>
      </a:lstStyle>
    </a:spDef>
    <a:lnDef>
      <a:spPr bwMode="auto">
        <a:xfrm>
          <a:off x="0" y="0"/>
          <a:ext cx="1" cy="1"/>
        </a:xfrm>
        <a:custGeom>
          <a:avLst/>
          <a:gdLst/>
          <a:ahLst/>
          <a:cxnLst/>
          <a:rect l="0" t="0" r="0" b="0"/>
          <a:pathLst/>
        </a:custGeom>
        <a:solidFill>
          <a:schemeClr val="accent1"/>
        </a:solidFill>
        <a:ln w="9525" cap="flat" cmpd="sng" algn="ctr">
          <a:solidFill>
            <a:srgbClr val="FF0000"/>
          </a:solidFill>
          <a:prstDash val="solid"/>
          <a:round/>
          <a:headEnd type="none" w="med" len="med"/>
          <a:tailEnd type="triangl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1" hangingPunct="1">
          <a:lnSpc>
            <a:spcPct val="100000"/>
          </a:lnSpc>
          <a:spcBef>
            <a:spcPct val="0"/>
          </a:spcBef>
          <a:spcAft>
            <a:spcPct val="0"/>
          </a:spcAft>
          <a:buClrTx/>
          <a:buSzTx/>
          <a:buFontTx/>
          <a:buNone/>
          <a:tabLst/>
          <a:defRPr kumimoji="1" lang="ko-KR" altLang="en-US" sz="1600" b="1" i="0" u="none" strike="noStrike" cap="none" normalizeH="0" baseline="0" smtClean="0">
            <a:ln>
              <a:noFill/>
            </a:ln>
            <a:solidFill>
              <a:schemeClr val="tx1"/>
            </a:solidFill>
            <a:effectLst/>
            <a:latin typeface="Verdana" pitchFamily="34" charset="0"/>
            <a:ea typeface="굴림" pitchFamily="50" charset="-127"/>
          </a:defRPr>
        </a:defPPr>
      </a:lstStyle>
    </a:lnDef>
    <a:txDef>
      <a:spPr>
        <a:solidFill>
          <a:srgbClr val="FFFFDC"/>
        </a:solidFill>
        <a:ln w="12700">
          <a:solidFill>
            <a:schemeClr val="tx1"/>
          </a:solidFill>
        </a:ln>
      </a:spPr>
      <a:bodyPr wrap="none" rtlCol="0">
        <a:spAutoFit/>
      </a:bodyPr>
      <a:lstStyle>
        <a:defPPr>
          <a:defRPr sz="1000" dirty="0" smtClean="0">
            <a:latin typeface="Courier New" panose="02070309020205020404" pitchFamily="49" charset="0"/>
            <a:cs typeface="Courier New" panose="02070309020205020404" pitchFamily="49" charset="0"/>
          </a:defRPr>
        </a:defPPr>
      </a:lstStyle>
    </a:txDef>
  </a:objectDefaults>
  <a:extraClrSchemeLst>
    <a:extraClrScheme>
      <a:clrScheme name="20050225_jhryu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0050225_jhryu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0050225_jhryu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0050225_jhryu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0050225_jhryu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0050225_jhryu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0050225_jhryu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0050225_jhryu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0050225_jhryu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0050225_jhryu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0050225_jhryu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0050225_jhryu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6_20050225_jhryu">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5_20050225_jhryu">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rgbClr val="FF0000"/>
          </a:solidFill>
          <a:prstDash val="solid"/>
          <a:round/>
          <a:headEnd type="none" w="med" len="med"/>
          <a:tailEnd type="triangl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1" hangingPunct="1">
          <a:lnSpc>
            <a:spcPct val="100000"/>
          </a:lnSpc>
          <a:spcBef>
            <a:spcPct val="0"/>
          </a:spcBef>
          <a:spcAft>
            <a:spcPct val="0"/>
          </a:spcAft>
          <a:buClrTx/>
          <a:buSzTx/>
          <a:buFontTx/>
          <a:buNone/>
          <a:tabLst/>
          <a:defRPr kumimoji="1" lang="ko-KR" altLang="en-US" sz="1600" b="1" i="0" u="none" strike="noStrike" cap="none" normalizeH="0" baseline="0" smtClean="0">
            <a:ln>
              <a:noFill/>
            </a:ln>
            <a:solidFill>
              <a:schemeClr val="tx1"/>
            </a:solidFill>
            <a:effectLst/>
            <a:latin typeface="Verdana" pitchFamily="34" charset="0"/>
            <a:ea typeface="굴림" pitchFamily="50" charset="-127"/>
          </a:defRPr>
        </a:defPPr>
      </a:lstStyle>
    </a:spDef>
    <a:lnDef>
      <a:spPr bwMode="auto">
        <a:xfrm>
          <a:off x="0" y="0"/>
          <a:ext cx="1" cy="1"/>
        </a:xfrm>
        <a:custGeom>
          <a:avLst/>
          <a:gdLst/>
          <a:ahLst/>
          <a:cxnLst/>
          <a:rect l="0" t="0" r="0" b="0"/>
          <a:pathLst/>
        </a:custGeom>
        <a:solidFill>
          <a:schemeClr val="accent1"/>
        </a:solidFill>
        <a:ln w="9525" cap="flat" cmpd="sng" algn="ctr">
          <a:solidFill>
            <a:srgbClr val="FF0000"/>
          </a:solidFill>
          <a:prstDash val="solid"/>
          <a:round/>
          <a:headEnd type="none" w="med" len="med"/>
          <a:tailEnd type="triangl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1" hangingPunct="1">
          <a:lnSpc>
            <a:spcPct val="100000"/>
          </a:lnSpc>
          <a:spcBef>
            <a:spcPct val="0"/>
          </a:spcBef>
          <a:spcAft>
            <a:spcPct val="0"/>
          </a:spcAft>
          <a:buClrTx/>
          <a:buSzTx/>
          <a:buFontTx/>
          <a:buNone/>
          <a:tabLst/>
          <a:defRPr kumimoji="1" lang="ko-KR" altLang="en-US" sz="1600" b="1" i="0" u="none" strike="noStrike" cap="none" normalizeH="0" baseline="0" smtClean="0">
            <a:ln>
              <a:noFill/>
            </a:ln>
            <a:solidFill>
              <a:schemeClr val="tx1"/>
            </a:solidFill>
            <a:effectLst/>
            <a:latin typeface="Verdana" pitchFamily="34" charset="0"/>
            <a:ea typeface="굴림" pitchFamily="50" charset="-127"/>
          </a:defRPr>
        </a:defPPr>
      </a:lstStyle>
    </a:lnDef>
    <a:txDef>
      <a:spPr>
        <a:solidFill>
          <a:srgbClr val="FFFFDC"/>
        </a:solidFill>
        <a:ln w="12700">
          <a:solidFill>
            <a:schemeClr val="tx1"/>
          </a:solidFill>
        </a:ln>
      </a:spPr>
      <a:bodyPr wrap="none" rtlCol="0">
        <a:spAutoFit/>
      </a:bodyPr>
      <a:lstStyle>
        <a:defPPr>
          <a:defRPr sz="1000" dirty="0" smtClean="0">
            <a:latin typeface="Courier New" panose="02070309020205020404" pitchFamily="49" charset="0"/>
            <a:cs typeface="Courier New" panose="02070309020205020404" pitchFamily="49" charset="0"/>
          </a:defRPr>
        </a:defPPr>
      </a:lstStyle>
    </a:txDef>
  </a:objectDefaults>
  <a:extraClrSchemeLst>
    <a:extraClrScheme>
      <a:clrScheme name="20050225_jhryu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0050225_jhryu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0050225_jhryu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0050225_jhryu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0050225_jhryu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0050225_jhryu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0050225_jhryu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0050225_jhryu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0050225_jhryu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0050225_jhryu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0050225_jhryu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0050225_jhryu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문서" ma:contentTypeID="0x010100D080F6749CE9284195DECD80FED6A632" ma:contentTypeVersion="10" ma:contentTypeDescription="새 문서를 만듭니다." ma:contentTypeScope="" ma:versionID="24851715c6bb1189c907541d951a338b">
  <xsd:schema xmlns:xsd="http://www.w3.org/2001/XMLSchema" xmlns:xs="http://www.w3.org/2001/XMLSchema" xmlns:p="http://schemas.microsoft.com/office/2006/metadata/properties" xmlns:ns2="b83f56b5-2d6e-4bdc-8025-0daf1f9423a9" targetNamespace="http://schemas.microsoft.com/office/2006/metadata/properties" ma:root="true" ma:fieldsID="efc9d6765dfa148e1ac4ada84d0ce489" ns2:_="">
    <xsd:import namespace="b83f56b5-2d6e-4bdc-8025-0daf1f9423a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83f56b5-2d6e-4bdc-8025-0daf1f9423a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7D68458-9DE1-4F9D-9F30-038254075137}">
  <ds:schemaRefs>
    <ds:schemaRef ds:uri="http://purl.org/dc/terms/"/>
    <ds:schemaRef ds:uri="http://schemas.openxmlformats.org/package/2006/metadata/core-properties"/>
    <ds:schemaRef ds:uri="http://purl.org/dc/dcmitype/"/>
    <ds:schemaRef ds:uri="http://schemas.microsoft.com/office/infopath/2007/PartnerControls"/>
    <ds:schemaRef ds:uri="http://purl.org/dc/elements/1.1/"/>
    <ds:schemaRef ds:uri="http://schemas.microsoft.com/office/2006/documentManagement/types"/>
    <ds:schemaRef ds:uri="b83f56b5-2d6e-4bdc-8025-0daf1f9423a9"/>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30D2E275-C89B-4076-8E4C-2A1E98A20A57}">
  <ds:schemaRefs>
    <ds:schemaRef ds:uri="http://schemas.microsoft.com/sharepoint/v3/contenttype/forms"/>
  </ds:schemaRefs>
</ds:datastoreItem>
</file>

<file path=customXml/itemProps3.xml><?xml version="1.0" encoding="utf-8"?>
<ds:datastoreItem xmlns:ds="http://schemas.openxmlformats.org/officeDocument/2006/customXml" ds:itemID="{431E3FEF-BBD9-4305-BE11-8FD34C0440E0}"/>
</file>

<file path=docProps/app.xml><?xml version="1.0" encoding="utf-8"?>
<Properties xmlns="http://schemas.openxmlformats.org/officeDocument/2006/extended-properties" xmlns:vt="http://schemas.openxmlformats.org/officeDocument/2006/docPropsVTypes">
  <TotalTime>12122</TotalTime>
  <Words>2747</Words>
  <Application>Microsoft Office PowerPoint</Application>
  <PresentationFormat>화면 슬라이드 쇼(4:3)</PresentationFormat>
  <Paragraphs>285</Paragraphs>
  <Slides>28</Slides>
  <Notes>2</Notes>
  <HiddenSlides>0</HiddenSlides>
  <MMClips>0</MMClips>
  <ScaleCrop>false</ScaleCrop>
  <HeadingPairs>
    <vt:vector size="6" baseType="variant">
      <vt:variant>
        <vt:lpstr>사용한 글꼴</vt:lpstr>
      </vt:variant>
      <vt:variant>
        <vt:i4>10</vt:i4>
      </vt:variant>
      <vt:variant>
        <vt:lpstr>테마</vt:lpstr>
      </vt:variant>
      <vt:variant>
        <vt:i4>4</vt:i4>
      </vt:variant>
      <vt:variant>
        <vt:lpstr>슬라이드 제목</vt:lpstr>
      </vt:variant>
      <vt:variant>
        <vt:i4>28</vt:i4>
      </vt:variant>
    </vt:vector>
  </HeadingPairs>
  <TitlesOfParts>
    <vt:vector size="42" baseType="lpstr">
      <vt:lpstr>Adobe Fan Heiti Std B</vt:lpstr>
      <vt:lpstr>HY헤드라인M</vt:lpstr>
      <vt:lpstr>굴림</vt:lpstr>
      <vt:lpstr>맑은 고딕</vt:lpstr>
      <vt:lpstr>서울헤드라인</vt:lpstr>
      <vt:lpstr>Arial</vt:lpstr>
      <vt:lpstr>Arial Black</vt:lpstr>
      <vt:lpstr>Times New Roman</vt:lpstr>
      <vt:lpstr>Verdana</vt:lpstr>
      <vt:lpstr>Wingdings</vt:lpstr>
      <vt:lpstr>열쇠</vt:lpstr>
      <vt:lpstr>5_20050225_jhryu</vt:lpstr>
      <vt:lpstr>7_20050225_jhryu</vt:lpstr>
      <vt:lpstr>6_20050225_jhryu</vt:lpstr>
      <vt:lpstr>인공지능 이론 및 프로그래밍: 7강(10월13일)</vt:lpstr>
      <vt:lpstr>공지사항</vt:lpstr>
      <vt:lpstr>PowerPoint 프레젠테이션</vt:lpstr>
      <vt:lpstr>Hippocrates, BC 460-370 (90세)  서양의학의 아버지</vt:lpstr>
      <vt:lpstr>현미경연대표</vt:lpstr>
      <vt:lpstr>전자현미경: 1930년대</vt:lpstr>
      <vt:lpstr>로버트 훅이 수록한 코르크의 조직 소묘</vt:lpstr>
      <vt:lpstr>Neuroscience: 신경과학(神經科學)</vt:lpstr>
      <vt:lpstr>뇌에 대한 옛날 서양의 개념들</vt:lpstr>
      <vt:lpstr>파블로프의 개(1897): 고전적 조건 형성 실험 Pavlov’s Dog (or Pavlovian): Classical Conditioning</vt:lpstr>
      <vt:lpstr>조건 형성 실험: Conditioning</vt:lpstr>
      <vt:lpstr> 파블로프의 개(1897): 고전적 조건 형성 실험 Pavlov’s Dog (or Pavlovian): Classical Conditioning</vt:lpstr>
      <vt:lpstr>대전차견(對戰車犬, anti-tank dog): AI 학습시 주의 https://www.youtube.com/watch?v=9n-JyUV1gzo The Exploding Anti-Tank Dogs of World War II</vt:lpstr>
      <vt:lpstr>세포이론</vt:lpstr>
      <vt:lpstr>생물학적 세포, 뉴런, 뇌: 간단한 역사</vt:lpstr>
      <vt:lpstr>1906 노벨 생리의학상</vt:lpstr>
      <vt:lpstr>비둘기의 소뇌에 위치한 뉴런  (Santiago Ramón y Cajal, 1899)</vt:lpstr>
      <vt:lpstr>Cajal 의 뉴런독트린 (Neuron Doctrine): 1888</vt:lpstr>
      <vt:lpstr>All-or-none Principle (1871): Henry Bowditch</vt:lpstr>
      <vt:lpstr> Biological 뉴런의 구조</vt:lpstr>
      <vt:lpstr>PowerPoint 프레젠테이션</vt:lpstr>
      <vt:lpstr>PowerPoint 프레젠테이션</vt:lpstr>
      <vt:lpstr>Synapse (연접): 1897</vt:lpstr>
      <vt:lpstr>Neuroplasticity: 신경가소성 </vt:lpstr>
      <vt:lpstr>Neuroplasticity = Brain Plasticity</vt:lpstr>
      <vt:lpstr>7 Benefits Neuroplasticity Has on the Brain</vt:lpstr>
      <vt:lpstr>Brain vs. Computer</vt:lpstr>
      <vt:lpstr>다음주에 만나요. 건강하세요.</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인공지능 이론 및 응용: 7강(4월30일)</dc:title>
  <dc:creator>KIMDeok-Soo</dc:creator>
  <cp:lastModifiedBy>Choi Seung-Hwan</cp:lastModifiedBy>
  <cp:revision>238</cp:revision>
  <dcterms:created xsi:type="dcterms:W3CDTF">2020-04-27T21:41:34Z</dcterms:created>
  <dcterms:modified xsi:type="dcterms:W3CDTF">2020-10-12T13:50:02Z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0x010100D080F6749CE9284195DECD80FED6A632</vt:lpwstr>
  </property>
</Properties>
</file>